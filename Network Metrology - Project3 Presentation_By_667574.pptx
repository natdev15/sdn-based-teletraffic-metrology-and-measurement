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346" r:id="rId4"/>
    <p:sldId id="347" r:id="rId5"/>
    <p:sldId id="348" r:id="rId6"/>
    <p:sldId id="350" r:id="rId7"/>
    <p:sldId id="351" r:id="rId8"/>
    <p:sldId id="353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0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903128-B5F6-4B61-AE0F-96085FA88CC9}" v="1" dt="2022-01-17T22:24:30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92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man Shahzad" userId="b29716b6-ea3c-4e66-9f8d-07d77863369a" providerId="ADAL" clId="{0E2D40E9-9299-48CF-A889-7ACA2E8B9A3B}"/>
    <pc:docChg chg="undo custSel addSld delSld modSld">
      <pc:chgData name="Usman Shahzad" userId="b29716b6-ea3c-4e66-9f8d-07d77863369a" providerId="ADAL" clId="{0E2D40E9-9299-48CF-A889-7ACA2E8B9A3B}" dt="2022-01-11T20:16:34.651" v="1520" actId="26606"/>
      <pc:docMkLst>
        <pc:docMk/>
      </pc:docMkLst>
      <pc:sldChg chg="addSp delSp modSp mod setBg">
        <pc:chgData name="Usman Shahzad" userId="b29716b6-ea3c-4e66-9f8d-07d77863369a" providerId="ADAL" clId="{0E2D40E9-9299-48CF-A889-7ACA2E8B9A3B}" dt="2022-01-11T09:43:44.276" v="833" actId="122"/>
        <pc:sldMkLst>
          <pc:docMk/>
          <pc:sldMk cId="624007281" sldId="256"/>
        </pc:sldMkLst>
        <pc:spChg chg="mod">
          <ac:chgData name="Usman Shahzad" userId="b29716b6-ea3c-4e66-9f8d-07d77863369a" providerId="ADAL" clId="{0E2D40E9-9299-48CF-A889-7ACA2E8B9A3B}" dt="2022-01-11T09:43:21.381" v="828" actId="26606"/>
          <ac:spMkLst>
            <pc:docMk/>
            <pc:sldMk cId="624007281" sldId="256"/>
            <ac:spMk id="2" creationId="{FE57B410-59FB-4619-986B-E5391DD6C656}"/>
          </ac:spMkLst>
        </pc:spChg>
        <pc:spChg chg="mod">
          <ac:chgData name="Usman Shahzad" userId="b29716b6-ea3c-4e66-9f8d-07d77863369a" providerId="ADAL" clId="{0E2D40E9-9299-48CF-A889-7ACA2E8B9A3B}" dt="2022-01-11T09:43:44.276" v="833" actId="122"/>
          <ac:spMkLst>
            <pc:docMk/>
            <pc:sldMk cId="624007281" sldId="256"/>
            <ac:spMk id="3" creationId="{23DBB47E-9809-4819-A4BE-9518369FD0B5}"/>
          </ac:spMkLst>
        </pc:spChg>
        <pc:spChg chg="add">
          <ac:chgData name="Usman Shahzad" userId="b29716b6-ea3c-4e66-9f8d-07d77863369a" providerId="ADAL" clId="{0E2D40E9-9299-48CF-A889-7ACA2E8B9A3B}" dt="2022-01-11T09:43:21.381" v="828" actId="26606"/>
          <ac:spMkLst>
            <pc:docMk/>
            <pc:sldMk cId="624007281" sldId="256"/>
            <ac:spMk id="7" creationId="{CDA1A2E9-63FE-408D-A803-8E306ECAB4B3}"/>
          </ac:spMkLst>
        </pc:spChg>
        <pc:spChg chg="add">
          <ac:chgData name="Usman Shahzad" userId="b29716b6-ea3c-4e66-9f8d-07d77863369a" providerId="ADAL" clId="{0E2D40E9-9299-48CF-A889-7ACA2E8B9A3B}" dt="2022-01-11T09:43:21.381" v="828" actId="26606"/>
          <ac:spMkLst>
            <pc:docMk/>
            <pc:sldMk cId="624007281" sldId="256"/>
            <ac:spMk id="8" creationId="{FBE9F90C-C163-435B-9A68-D15C92D1CF2B}"/>
          </ac:spMkLst>
        </pc:spChg>
        <pc:spChg chg="add">
          <ac:chgData name="Usman Shahzad" userId="b29716b6-ea3c-4e66-9f8d-07d77863369a" providerId="ADAL" clId="{0E2D40E9-9299-48CF-A889-7ACA2E8B9A3B}" dt="2022-01-11T09:43:21.381" v="828" actId="26606"/>
          <ac:spMkLst>
            <pc:docMk/>
            <pc:sldMk cId="624007281" sldId="256"/>
            <ac:spMk id="9" creationId="{1A882A9F-F4E9-4E23-8F0B-20B5DF42EAA9}"/>
          </ac:spMkLst>
        </pc:spChg>
        <pc:spChg chg="add del">
          <ac:chgData name="Usman Shahzad" userId="b29716b6-ea3c-4e66-9f8d-07d77863369a" providerId="ADAL" clId="{0E2D40E9-9299-48CF-A889-7ACA2E8B9A3B}" dt="2022-01-11T09:43:08.604" v="827" actId="26606"/>
          <ac:spMkLst>
            <pc:docMk/>
            <pc:sldMk cId="624007281" sldId="256"/>
            <ac:spMk id="10" creationId="{C0B27210-D0CA-4654-B3E3-9ABB4F178EA1}"/>
          </ac:spMkLst>
        </pc:spChg>
        <pc:spChg chg="add del">
          <ac:chgData name="Usman Shahzad" userId="b29716b6-ea3c-4e66-9f8d-07d77863369a" providerId="ADAL" clId="{0E2D40E9-9299-48CF-A889-7ACA2E8B9A3B}" dt="2022-01-11T09:43:08.604" v="827" actId="26606"/>
          <ac:spMkLst>
            <pc:docMk/>
            <pc:sldMk cId="624007281" sldId="256"/>
            <ac:spMk id="12" creationId="{1DB7C82F-AB7E-4F0C-B829-FA1B9C415180}"/>
          </ac:spMkLst>
        </pc:spChg>
        <pc:spChg chg="add del">
          <ac:chgData name="Usman Shahzad" userId="b29716b6-ea3c-4e66-9f8d-07d77863369a" providerId="ADAL" clId="{0E2D40E9-9299-48CF-A889-7ACA2E8B9A3B}" dt="2022-01-11T09:43:08.604" v="827" actId="26606"/>
          <ac:spMkLst>
            <pc:docMk/>
            <pc:sldMk cId="624007281" sldId="256"/>
            <ac:spMk id="14" creationId="{70B66945-4967-4040-926D-DCA44313CDAB}"/>
          </ac:spMkLst>
        </pc:spChg>
        <pc:picChg chg="mod">
          <ac:chgData name="Usman Shahzad" userId="b29716b6-ea3c-4e66-9f8d-07d77863369a" providerId="ADAL" clId="{0E2D40E9-9299-48CF-A889-7ACA2E8B9A3B}" dt="2022-01-11T09:43:21.381" v="828" actId="26606"/>
          <ac:picMkLst>
            <pc:docMk/>
            <pc:sldMk cId="624007281" sldId="256"/>
            <ac:picMk id="5" creationId="{DBF3831F-C4A2-45AC-9903-F38189546EA5}"/>
          </ac:picMkLst>
        </pc:picChg>
      </pc:sldChg>
      <pc:sldChg chg="addSp delSp modSp mod setBg">
        <pc:chgData name="Usman Shahzad" userId="b29716b6-ea3c-4e66-9f8d-07d77863369a" providerId="ADAL" clId="{0E2D40E9-9299-48CF-A889-7ACA2E8B9A3B}" dt="2022-01-10T12:19:16.273" v="4" actId="26606"/>
        <pc:sldMkLst>
          <pc:docMk/>
          <pc:sldMk cId="2372813576" sldId="257"/>
        </pc:sldMkLst>
        <pc:spChg chg="mo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2" creationId="{1CAED10C-6BC3-4970-89CD-709A677105C8}"/>
          </ac:spMkLst>
        </pc:spChg>
        <pc:spChg chg="mo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3" creationId="{B2FEBF8C-8134-46DA-851E-117628AADB7E}"/>
          </ac:spMkLst>
        </pc:spChg>
        <pc:spChg chg="add del">
          <ac:chgData name="Usman Shahzad" userId="b29716b6-ea3c-4e66-9f8d-07d77863369a" providerId="ADAL" clId="{0E2D40E9-9299-48CF-A889-7ACA2E8B9A3B}" dt="2022-01-10T12:19:05.646" v="1" actId="26606"/>
          <ac:spMkLst>
            <pc:docMk/>
            <pc:sldMk cId="2372813576" sldId="257"/>
            <ac:spMk id="8" creationId="{827B839B-9ADE-406B-8590-F1CAEDED45A1}"/>
          </ac:spMkLst>
        </pc:spChg>
        <pc:spChg chg="add del">
          <ac:chgData name="Usman Shahzad" userId="b29716b6-ea3c-4e66-9f8d-07d77863369a" providerId="ADAL" clId="{0E2D40E9-9299-48CF-A889-7ACA2E8B9A3B}" dt="2022-01-10T12:19:05.646" v="1" actId="26606"/>
          <ac:spMkLst>
            <pc:docMk/>
            <pc:sldMk cId="2372813576" sldId="257"/>
            <ac:spMk id="10" creationId="{CFE45BF0-46DB-408C-B5F7-7B11716805D4}"/>
          </ac:spMkLst>
        </pc:spChg>
        <pc:spChg chg="add del">
          <ac:chgData name="Usman Shahzad" userId="b29716b6-ea3c-4e66-9f8d-07d77863369a" providerId="ADAL" clId="{0E2D40E9-9299-48CF-A889-7ACA2E8B9A3B}" dt="2022-01-10T12:19:05.646" v="1" actId="26606"/>
          <ac:spMkLst>
            <pc:docMk/>
            <pc:sldMk cId="2372813576" sldId="257"/>
            <ac:spMk id="12" creationId="{2AEBC8F2-97B1-41B4-93F1-2D289E197FBA}"/>
          </ac:spMkLst>
        </pc:spChg>
        <pc:spChg chg="add del">
          <ac:chgData name="Usman Shahzad" userId="b29716b6-ea3c-4e66-9f8d-07d77863369a" providerId="ADAL" clId="{0E2D40E9-9299-48CF-A889-7ACA2E8B9A3B}" dt="2022-01-10T12:19:05.646" v="1" actId="26606"/>
          <ac:spMkLst>
            <pc:docMk/>
            <pc:sldMk cId="2372813576" sldId="257"/>
            <ac:spMk id="14" creationId="{472E3A19-F5D5-48FC-BB9C-48C2F68F598B}"/>
          </ac:spMkLst>
        </pc:spChg>
        <pc:spChg chg="add del">
          <ac:chgData name="Usman Shahzad" userId="b29716b6-ea3c-4e66-9f8d-07d77863369a" providerId="ADAL" clId="{0E2D40E9-9299-48CF-A889-7ACA2E8B9A3B}" dt="2022-01-10T12:19:05.646" v="1" actId="26606"/>
          <ac:spMkLst>
            <pc:docMk/>
            <pc:sldMk cId="2372813576" sldId="257"/>
            <ac:spMk id="16" creationId="{7A62E32F-BB65-43A8-8EB5-92346890E549}"/>
          </ac:spMkLst>
        </pc:spChg>
        <pc:spChg chg="add del">
          <ac:chgData name="Usman Shahzad" userId="b29716b6-ea3c-4e66-9f8d-07d77863369a" providerId="ADAL" clId="{0E2D40E9-9299-48CF-A889-7ACA2E8B9A3B}" dt="2022-01-10T12:19:05.646" v="1" actId="26606"/>
          <ac:spMkLst>
            <pc:docMk/>
            <pc:sldMk cId="2372813576" sldId="257"/>
            <ac:spMk id="18" creationId="{14E91B64-9FCC-451E-AFB4-A827D6329367}"/>
          </ac:spMkLst>
        </pc:spChg>
        <pc:spChg chg="add del">
          <ac:chgData name="Usman Shahzad" userId="b29716b6-ea3c-4e66-9f8d-07d77863369a" providerId="ADAL" clId="{0E2D40E9-9299-48CF-A889-7ACA2E8B9A3B}" dt="2022-01-10T12:19:16.263" v="3" actId="26606"/>
          <ac:spMkLst>
            <pc:docMk/>
            <pc:sldMk cId="2372813576" sldId="257"/>
            <ac:spMk id="20" creationId="{907EF6B7-1338-4443-8C46-6A318D952DFD}"/>
          </ac:spMkLst>
        </pc:spChg>
        <pc:spChg chg="add del">
          <ac:chgData name="Usman Shahzad" userId="b29716b6-ea3c-4e66-9f8d-07d77863369a" providerId="ADAL" clId="{0E2D40E9-9299-48CF-A889-7ACA2E8B9A3B}" dt="2022-01-10T12:19:16.263" v="3" actId="26606"/>
          <ac:spMkLst>
            <pc:docMk/>
            <pc:sldMk cId="2372813576" sldId="257"/>
            <ac:spMk id="21" creationId="{DAAE4CDD-124C-4DCF-9584-B6033B545DD5}"/>
          </ac:spMkLst>
        </pc:spChg>
        <pc:spChg chg="add del">
          <ac:chgData name="Usman Shahzad" userId="b29716b6-ea3c-4e66-9f8d-07d77863369a" providerId="ADAL" clId="{0E2D40E9-9299-48CF-A889-7ACA2E8B9A3B}" dt="2022-01-10T12:19:16.263" v="3" actId="26606"/>
          <ac:spMkLst>
            <pc:docMk/>
            <pc:sldMk cId="2372813576" sldId="257"/>
            <ac:spMk id="22" creationId="{081E4A58-353D-44AE-B2FC-2A74E2E400F7}"/>
          </ac:spMkLst>
        </pc:spChg>
        <pc:spChg chg="ad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24" creationId="{827B839B-9ADE-406B-8590-F1CAEDED45A1}"/>
          </ac:spMkLst>
        </pc:spChg>
        <pc:spChg chg="ad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25" creationId="{CFE45BF0-46DB-408C-B5F7-7B11716805D4}"/>
          </ac:spMkLst>
        </pc:spChg>
        <pc:spChg chg="ad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26" creationId="{2AEBC8F2-97B1-41B4-93F1-2D289E197FBA}"/>
          </ac:spMkLst>
        </pc:spChg>
        <pc:spChg chg="ad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27" creationId="{472E3A19-F5D5-48FC-BB9C-48C2F68F598B}"/>
          </ac:spMkLst>
        </pc:spChg>
        <pc:spChg chg="ad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28" creationId="{7A62E32F-BB65-43A8-8EB5-92346890E549}"/>
          </ac:spMkLst>
        </pc:spChg>
        <pc:spChg chg="add">
          <ac:chgData name="Usman Shahzad" userId="b29716b6-ea3c-4e66-9f8d-07d77863369a" providerId="ADAL" clId="{0E2D40E9-9299-48CF-A889-7ACA2E8B9A3B}" dt="2022-01-10T12:19:16.273" v="4" actId="26606"/>
          <ac:spMkLst>
            <pc:docMk/>
            <pc:sldMk cId="2372813576" sldId="257"/>
            <ac:spMk id="29" creationId="{14E91B64-9FCC-451E-AFB4-A827D6329367}"/>
          </ac:spMkLst>
        </pc:spChg>
      </pc:sldChg>
      <pc:sldChg chg="addSp delSp modSp mod setBg">
        <pc:chgData name="Usman Shahzad" userId="b29716b6-ea3c-4e66-9f8d-07d77863369a" providerId="ADAL" clId="{0E2D40E9-9299-48CF-A889-7ACA2E8B9A3B}" dt="2022-01-10T13:49:18.558" v="6" actId="26606"/>
        <pc:sldMkLst>
          <pc:docMk/>
          <pc:sldMk cId="366631251" sldId="260"/>
        </pc:sldMkLst>
        <pc:spChg chg="mod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2" creationId="{F4F924D3-FF7D-4C6B-81E8-FAA45CA897B5}"/>
          </ac:spMkLst>
        </pc:spChg>
        <pc:spChg chg="mod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3" creationId="{99CDE073-051F-45D7-8E21-27D5E78488F9}"/>
          </ac:spMkLst>
        </pc:spChg>
        <pc:spChg chg="add del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8" creationId="{827B839B-9ADE-406B-8590-F1CAEDED45A1}"/>
          </ac:spMkLst>
        </pc:spChg>
        <pc:spChg chg="add del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10" creationId="{CFE45BF0-46DB-408C-B5F7-7B11716805D4}"/>
          </ac:spMkLst>
        </pc:spChg>
        <pc:spChg chg="add del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12" creationId="{2AEBC8F2-97B1-41B4-93F1-2D289E197FBA}"/>
          </ac:spMkLst>
        </pc:spChg>
        <pc:spChg chg="add del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14" creationId="{472E3A19-F5D5-48FC-BB9C-48C2F68F598B}"/>
          </ac:spMkLst>
        </pc:spChg>
        <pc:spChg chg="add del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16" creationId="{7A62E32F-BB65-43A8-8EB5-92346890E549}"/>
          </ac:spMkLst>
        </pc:spChg>
        <pc:spChg chg="add del">
          <ac:chgData name="Usman Shahzad" userId="b29716b6-ea3c-4e66-9f8d-07d77863369a" providerId="ADAL" clId="{0E2D40E9-9299-48CF-A889-7ACA2E8B9A3B}" dt="2022-01-10T13:49:18.558" v="6" actId="26606"/>
          <ac:spMkLst>
            <pc:docMk/>
            <pc:sldMk cId="366631251" sldId="260"/>
            <ac:spMk id="18" creationId="{14E91B64-9FCC-451E-AFB4-A827D6329367}"/>
          </ac:spMkLst>
        </pc:spChg>
      </pc:sldChg>
      <pc:sldChg chg="addSp delSp modSp mod setBg">
        <pc:chgData name="Usman Shahzad" userId="b29716b6-ea3c-4e66-9f8d-07d77863369a" providerId="ADAL" clId="{0E2D40E9-9299-48CF-A889-7ACA2E8B9A3B}" dt="2022-01-10T13:49:36.752" v="8" actId="26606"/>
        <pc:sldMkLst>
          <pc:docMk/>
          <pc:sldMk cId="1487594702" sldId="261"/>
        </pc:sldMkLst>
        <pc:spChg chg="mod">
          <ac:chgData name="Usman Shahzad" userId="b29716b6-ea3c-4e66-9f8d-07d77863369a" providerId="ADAL" clId="{0E2D40E9-9299-48CF-A889-7ACA2E8B9A3B}" dt="2022-01-10T13:49:36.752" v="8" actId="26606"/>
          <ac:spMkLst>
            <pc:docMk/>
            <pc:sldMk cId="1487594702" sldId="261"/>
            <ac:spMk id="2" creationId="{1EB8F05B-5D77-4249-A5E0-83DE8EC498EB}"/>
          </ac:spMkLst>
        </pc:spChg>
        <pc:spChg chg="mod">
          <ac:chgData name="Usman Shahzad" userId="b29716b6-ea3c-4e66-9f8d-07d77863369a" providerId="ADAL" clId="{0E2D40E9-9299-48CF-A889-7ACA2E8B9A3B}" dt="2022-01-10T13:49:36.752" v="8" actId="26606"/>
          <ac:spMkLst>
            <pc:docMk/>
            <pc:sldMk cId="1487594702" sldId="261"/>
            <ac:spMk id="3" creationId="{4ED118D1-4C59-469D-BE88-A94B11D8EB3A}"/>
          </ac:spMkLst>
        </pc:spChg>
        <pc:spChg chg="add del">
          <ac:chgData name="Usman Shahzad" userId="b29716b6-ea3c-4e66-9f8d-07d77863369a" providerId="ADAL" clId="{0E2D40E9-9299-48CF-A889-7ACA2E8B9A3B}" dt="2022-01-10T13:49:36.752" v="8" actId="26606"/>
          <ac:spMkLst>
            <pc:docMk/>
            <pc:sldMk cId="1487594702" sldId="261"/>
            <ac:spMk id="8" creationId="{6A1473A6-3F22-483E-8A30-80B9D2B14592}"/>
          </ac:spMkLst>
        </pc:spChg>
        <pc:grpChg chg="add del">
          <ac:chgData name="Usman Shahzad" userId="b29716b6-ea3c-4e66-9f8d-07d77863369a" providerId="ADAL" clId="{0E2D40E9-9299-48CF-A889-7ACA2E8B9A3B}" dt="2022-01-10T13:49:36.752" v="8" actId="26606"/>
          <ac:grpSpMkLst>
            <pc:docMk/>
            <pc:sldMk cId="1487594702" sldId="261"/>
            <ac:grpSpMk id="10" creationId="{AA1375E3-3E53-4D75-BAB7-E5929BFCB25F}"/>
          </ac:grpSpMkLst>
        </pc:grpChg>
      </pc:sldChg>
      <pc:sldChg chg="addSp delSp modSp mod setBg setClrOvrMap">
        <pc:chgData name="Usman Shahzad" userId="b29716b6-ea3c-4e66-9f8d-07d77863369a" providerId="ADAL" clId="{0E2D40E9-9299-48CF-A889-7ACA2E8B9A3B}" dt="2022-01-11T19:57:04.335" v="1379" actId="403"/>
        <pc:sldMkLst>
          <pc:docMk/>
          <pc:sldMk cId="1495330725" sldId="264"/>
        </pc:sldMkLst>
        <pc:spChg chg="mod">
          <ac:chgData name="Usman Shahzad" userId="b29716b6-ea3c-4e66-9f8d-07d77863369a" providerId="ADAL" clId="{0E2D40E9-9299-48CF-A889-7ACA2E8B9A3B}" dt="2022-01-11T19:56:59.624" v="1378" actId="26606"/>
          <ac:spMkLst>
            <pc:docMk/>
            <pc:sldMk cId="1495330725" sldId="264"/>
            <ac:spMk id="2" creationId="{6E2B7AFA-7DB7-453E-A0BF-BCF175A14958}"/>
          </ac:spMkLst>
        </pc:spChg>
        <pc:spChg chg="add del mod ord">
          <ac:chgData name="Usman Shahzad" userId="b29716b6-ea3c-4e66-9f8d-07d77863369a" providerId="ADAL" clId="{0E2D40E9-9299-48CF-A889-7ACA2E8B9A3B}" dt="2022-01-11T19:57:04.335" v="1379" actId="403"/>
          <ac:spMkLst>
            <pc:docMk/>
            <pc:sldMk cId="1495330725" sldId="264"/>
            <ac:spMk id="3" creationId="{492A2F98-3FCD-4696-8A93-2CD08946C2AC}"/>
          </ac:spMkLst>
        </pc:spChg>
        <pc:spChg chg="add del">
          <ac:chgData name="Usman Shahzad" userId="b29716b6-ea3c-4e66-9f8d-07d77863369a" providerId="ADAL" clId="{0E2D40E9-9299-48CF-A889-7ACA2E8B9A3B}" dt="2022-01-11T19:55:20.326" v="1371" actId="26606"/>
          <ac:spMkLst>
            <pc:docMk/>
            <pc:sldMk cId="1495330725" sldId="264"/>
            <ac:spMk id="9" creationId="{7517A47C-B2E5-4B79-8061-D74B1311AF6E}"/>
          </ac:spMkLst>
        </pc:spChg>
        <pc:spChg chg="add del">
          <ac:chgData name="Usman Shahzad" userId="b29716b6-ea3c-4e66-9f8d-07d77863369a" providerId="ADAL" clId="{0E2D40E9-9299-48CF-A889-7ACA2E8B9A3B}" dt="2022-01-11T19:56:59.624" v="1378" actId="26606"/>
          <ac:spMkLst>
            <pc:docMk/>
            <pc:sldMk cId="1495330725" sldId="264"/>
            <ac:spMk id="10" creationId="{59A309A7-1751-4ABE-A3C1-EEC40366AD89}"/>
          </ac:spMkLst>
        </pc:spChg>
        <pc:spChg chg="add del">
          <ac:chgData name="Usman Shahzad" userId="b29716b6-ea3c-4e66-9f8d-07d77863369a" providerId="ADAL" clId="{0E2D40E9-9299-48CF-A889-7ACA2E8B9A3B}" dt="2022-01-11T19:55:20.326" v="1371" actId="26606"/>
          <ac:spMkLst>
            <pc:docMk/>
            <pc:sldMk cId="1495330725" sldId="264"/>
            <ac:spMk id="11" creationId="{C505E780-2083-4CB5-A42A-5E0E2908ECC3}"/>
          </ac:spMkLst>
        </pc:spChg>
        <pc:spChg chg="add del">
          <ac:chgData name="Usman Shahzad" userId="b29716b6-ea3c-4e66-9f8d-07d77863369a" providerId="ADAL" clId="{0E2D40E9-9299-48CF-A889-7ACA2E8B9A3B}" dt="2022-01-11T19:56:59.624" v="1378" actId="26606"/>
          <ac:spMkLst>
            <pc:docMk/>
            <pc:sldMk cId="1495330725" sldId="264"/>
            <ac:spMk id="12" creationId="{967D8EB6-EAE1-4F9C-B398-83321E287204}"/>
          </ac:spMkLst>
        </pc:spChg>
        <pc:spChg chg="add del">
          <ac:chgData name="Usman Shahzad" userId="b29716b6-ea3c-4e66-9f8d-07d77863369a" providerId="ADAL" clId="{0E2D40E9-9299-48CF-A889-7ACA2E8B9A3B}" dt="2022-01-11T19:55:20.326" v="1371" actId="26606"/>
          <ac:spMkLst>
            <pc:docMk/>
            <pc:sldMk cId="1495330725" sldId="264"/>
            <ac:spMk id="13" creationId="{D2C0AE1C-0118-41AE-8A10-7CDCBF10E96F}"/>
          </ac:spMkLst>
        </pc:spChg>
        <pc:spChg chg="add del">
          <ac:chgData name="Usman Shahzad" userId="b29716b6-ea3c-4e66-9f8d-07d77863369a" providerId="ADAL" clId="{0E2D40E9-9299-48CF-A889-7ACA2E8B9A3B}" dt="2022-01-11T19:55:20.326" v="1371" actId="26606"/>
          <ac:spMkLst>
            <pc:docMk/>
            <pc:sldMk cId="1495330725" sldId="264"/>
            <ac:spMk id="15" creationId="{463EEC44-1BA3-44ED-81FC-A644B04B2A44}"/>
          </ac:spMkLst>
        </pc:spChg>
        <pc:spChg chg="add">
          <ac:chgData name="Usman Shahzad" userId="b29716b6-ea3c-4e66-9f8d-07d77863369a" providerId="ADAL" clId="{0E2D40E9-9299-48CF-A889-7ACA2E8B9A3B}" dt="2022-01-11T19:56:59.624" v="1378" actId="26606"/>
          <ac:spMkLst>
            <pc:docMk/>
            <pc:sldMk cId="1495330725" sldId="264"/>
            <ac:spMk id="17" creationId="{56C20283-73E0-40EC-8AD8-057F581F64C2}"/>
          </ac:spMkLst>
        </pc:spChg>
        <pc:spChg chg="add">
          <ac:chgData name="Usman Shahzad" userId="b29716b6-ea3c-4e66-9f8d-07d77863369a" providerId="ADAL" clId="{0E2D40E9-9299-48CF-A889-7ACA2E8B9A3B}" dt="2022-01-11T19:56:59.624" v="1378" actId="26606"/>
          <ac:spMkLst>
            <pc:docMk/>
            <pc:sldMk cId="1495330725" sldId="264"/>
            <ac:spMk id="19" creationId="{3FCC729B-E528-40C3-82D3-BA4375575E87}"/>
          </ac:spMkLst>
        </pc:spChg>
        <pc:spChg chg="add">
          <ac:chgData name="Usman Shahzad" userId="b29716b6-ea3c-4e66-9f8d-07d77863369a" providerId="ADAL" clId="{0E2D40E9-9299-48CF-A889-7ACA2E8B9A3B}" dt="2022-01-11T19:56:59.624" v="1378" actId="26606"/>
          <ac:spMkLst>
            <pc:docMk/>
            <pc:sldMk cId="1495330725" sldId="264"/>
            <ac:spMk id="21" creationId="{58F1FB8D-1842-4A04-998D-6CF047AB2790}"/>
          </ac:spMkLst>
        </pc:spChg>
        <pc:graphicFrameChg chg="add del">
          <ac:chgData name="Usman Shahzad" userId="b29716b6-ea3c-4e66-9f8d-07d77863369a" providerId="ADAL" clId="{0E2D40E9-9299-48CF-A889-7ACA2E8B9A3B}" dt="2022-01-11T19:55:20.326" v="1371" actId="26606"/>
          <ac:graphicFrameMkLst>
            <pc:docMk/>
            <pc:sldMk cId="1495330725" sldId="264"/>
            <ac:graphicFrameMk id="5" creationId="{3C2DD8BF-D771-4D55-B112-325B0EC880BA}"/>
          </ac:graphicFrameMkLst>
        </pc:graphicFrameChg>
        <pc:picChg chg="add mod">
          <ac:chgData name="Usman Shahzad" userId="b29716b6-ea3c-4e66-9f8d-07d77863369a" providerId="ADAL" clId="{0E2D40E9-9299-48CF-A889-7ACA2E8B9A3B}" dt="2022-01-11T19:56:59.624" v="1378" actId="26606"/>
          <ac:picMkLst>
            <pc:docMk/>
            <pc:sldMk cId="1495330725" sldId="264"/>
            <ac:picMk id="7" creationId="{ECEE225D-9CC9-4995-847B-67A4A41EB511}"/>
          </ac:picMkLst>
        </pc:picChg>
      </pc:sldChg>
      <pc:sldChg chg="addSp modSp mod setBg">
        <pc:chgData name="Usman Shahzad" userId="b29716b6-ea3c-4e66-9f8d-07d77863369a" providerId="ADAL" clId="{0E2D40E9-9299-48CF-A889-7ACA2E8B9A3B}" dt="2022-01-11T19:58:58.749" v="1380" actId="26606"/>
        <pc:sldMkLst>
          <pc:docMk/>
          <pc:sldMk cId="1933627302" sldId="269"/>
        </pc:sldMkLst>
        <pc:spChg chg="mod">
          <ac:chgData name="Usman Shahzad" userId="b29716b6-ea3c-4e66-9f8d-07d77863369a" providerId="ADAL" clId="{0E2D40E9-9299-48CF-A889-7ACA2E8B9A3B}" dt="2022-01-11T19:58:58.749" v="1380" actId="26606"/>
          <ac:spMkLst>
            <pc:docMk/>
            <pc:sldMk cId="1933627302" sldId="269"/>
            <ac:spMk id="2" creationId="{2E30FA12-FC7E-453D-B551-C037AF038899}"/>
          </ac:spMkLst>
        </pc:spChg>
        <pc:spChg chg="mod">
          <ac:chgData name="Usman Shahzad" userId="b29716b6-ea3c-4e66-9f8d-07d77863369a" providerId="ADAL" clId="{0E2D40E9-9299-48CF-A889-7ACA2E8B9A3B}" dt="2022-01-11T19:58:58.749" v="1380" actId="26606"/>
          <ac:spMkLst>
            <pc:docMk/>
            <pc:sldMk cId="1933627302" sldId="269"/>
            <ac:spMk id="3" creationId="{A1F7AB76-F2A0-45B7-87D7-0F93620FDE52}"/>
          </ac:spMkLst>
        </pc:spChg>
        <pc:spChg chg="add">
          <ac:chgData name="Usman Shahzad" userId="b29716b6-ea3c-4e66-9f8d-07d77863369a" providerId="ADAL" clId="{0E2D40E9-9299-48CF-A889-7ACA2E8B9A3B}" dt="2022-01-11T19:58:58.749" v="1380" actId="26606"/>
          <ac:spMkLst>
            <pc:docMk/>
            <pc:sldMk cId="1933627302" sldId="269"/>
            <ac:spMk id="8" creationId="{C7FA33FF-088D-4F16-95A2-2C64D353DEA8}"/>
          </ac:spMkLst>
        </pc:spChg>
        <pc:spChg chg="add">
          <ac:chgData name="Usman Shahzad" userId="b29716b6-ea3c-4e66-9f8d-07d77863369a" providerId="ADAL" clId="{0E2D40E9-9299-48CF-A889-7ACA2E8B9A3B}" dt="2022-01-11T19:58:58.749" v="1380" actId="26606"/>
          <ac:spMkLst>
            <pc:docMk/>
            <pc:sldMk cId="1933627302" sldId="269"/>
            <ac:spMk id="10" creationId="{A376EFB1-01CF-419F-ABF1-2AF02BBFCBD1}"/>
          </ac:spMkLst>
        </pc:spChg>
        <pc:spChg chg="add">
          <ac:chgData name="Usman Shahzad" userId="b29716b6-ea3c-4e66-9f8d-07d77863369a" providerId="ADAL" clId="{0E2D40E9-9299-48CF-A889-7ACA2E8B9A3B}" dt="2022-01-11T19:58:58.749" v="1380" actId="26606"/>
          <ac:spMkLst>
            <pc:docMk/>
            <pc:sldMk cId="1933627302" sldId="269"/>
            <ac:spMk id="12" creationId="{FF9DEA15-78BD-4750-AA18-B9F28A6D5AB8}"/>
          </ac:spMkLst>
        </pc:spChg>
      </pc:sldChg>
      <pc:sldChg chg="addSp delSp modSp mod setBg">
        <pc:chgData name="Usman Shahzad" userId="b29716b6-ea3c-4e66-9f8d-07d77863369a" providerId="ADAL" clId="{0E2D40E9-9299-48CF-A889-7ACA2E8B9A3B}" dt="2022-01-11T20:03:01.272" v="1408" actId="27636"/>
        <pc:sldMkLst>
          <pc:docMk/>
          <pc:sldMk cId="192331626" sldId="270"/>
        </pc:sldMkLst>
        <pc:spChg chg="mod">
          <ac:chgData name="Usman Shahzad" userId="b29716b6-ea3c-4e66-9f8d-07d77863369a" providerId="ADAL" clId="{0E2D40E9-9299-48CF-A889-7ACA2E8B9A3B}" dt="2022-01-11T20:02:19.597" v="1399" actId="26606"/>
          <ac:spMkLst>
            <pc:docMk/>
            <pc:sldMk cId="192331626" sldId="270"/>
            <ac:spMk id="2" creationId="{088D657D-E260-4328-AF2B-20CEE18C6FCD}"/>
          </ac:spMkLst>
        </pc:spChg>
        <pc:spChg chg="mod">
          <ac:chgData name="Usman Shahzad" userId="b29716b6-ea3c-4e66-9f8d-07d77863369a" providerId="ADAL" clId="{0E2D40E9-9299-48CF-A889-7ACA2E8B9A3B}" dt="2022-01-11T20:03:01.272" v="1408" actId="27636"/>
          <ac:spMkLst>
            <pc:docMk/>
            <pc:sldMk cId="192331626" sldId="270"/>
            <ac:spMk id="3" creationId="{77F13FE8-F07F-471B-ACE1-22B92F7DBA6A}"/>
          </ac:spMkLst>
        </pc:spChg>
        <pc:spChg chg="add del">
          <ac:chgData name="Usman Shahzad" userId="b29716b6-ea3c-4e66-9f8d-07d77863369a" providerId="ADAL" clId="{0E2D40E9-9299-48CF-A889-7ACA2E8B9A3B}" dt="2022-01-11T20:02:19.578" v="1398" actId="26606"/>
          <ac:spMkLst>
            <pc:docMk/>
            <pc:sldMk cId="192331626" sldId="270"/>
            <ac:spMk id="8" creationId="{87A57295-2710-4920-B99A-4D1FA03A62BD}"/>
          </ac:spMkLst>
        </pc:spChg>
        <pc:spChg chg="add del">
          <ac:chgData name="Usman Shahzad" userId="b29716b6-ea3c-4e66-9f8d-07d77863369a" providerId="ADAL" clId="{0E2D40E9-9299-48CF-A889-7ACA2E8B9A3B}" dt="2022-01-11T20:02:19.578" v="1398" actId="26606"/>
          <ac:spMkLst>
            <pc:docMk/>
            <pc:sldMk cId="192331626" sldId="270"/>
            <ac:spMk id="10" creationId="{78067929-4D33-4306-9E2F-67C49CDDB5DE}"/>
          </ac:spMkLst>
        </pc:spChg>
        <pc:spChg chg="add">
          <ac:chgData name="Usman Shahzad" userId="b29716b6-ea3c-4e66-9f8d-07d77863369a" providerId="ADAL" clId="{0E2D40E9-9299-48CF-A889-7ACA2E8B9A3B}" dt="2022-01-11T20:02:19.597" v="1399" actId="26606"/>
          <ac:spMkLst>
            <pc:docMk/>
            <pc:sldMk cId="192331626" sldId="270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2:19.597" v="1399" actId="26606"/>
          <ac:spMkLst>
            <pc:docMk/>
            <pc:sldMk cId="192331626" sldId="270"/>
            <ac:spMk id="15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2:19.597" v="1399" actId="26606"/>
          <ac:spMkLst>
            <pc:docMk/>
            <pc:sldMk cId="192331626" sldId="270"/>
            <ac:spMk id="16" creationId="{53E5B1A8-3AC9-4BD1-9BBC-78CA94F2D1BA}"/>
          </ac:spMkLst>
        </pc:spChg>
        <pc:spChg chg="add">
          <ac:chgData name="Usman Shahzad" userId="b29716b6-ea3c-4e66-9f8d-07d77863369a" providerId="ADAL" clId="{0E2D40E9-9299-48CF-A889-7ACA2E8B9A3B}" dt="2022-01-11T20:02:19.597" v="1399" actId="26606"/>
          <ac:spMkLst>
            <pc:docMk/>
            <pc:sldMk cId="192331626" sldId="270"/>
            <ac:spMk id="17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2:19.597" v="1399" actId="26606"/>
          <ac:spMkLst>
            <pc:docMk/>
            <pc:sldMk cId="192331626" sldId="270"/>
            <ac:spMk id="18" creationId="{BC4C4868-CB8F-4AF9-9CDB-8108F2C19B67}"/>
          </ac:spMkLst>
        </pc:spChg>
        <pc:cxnChg chg="add del">
          <ac:chgData name="Usman Shahzad" userId="b29716b6-ea3c-4e66-9f8d-07d77863369a" providerId="ADAL" clId="{0E2D40E9-9299-48CF-A889-7ACA2E8B9A3B}" dt="2022-01-11T20:02:19.578" v="1398" actId="26606"/>
          <ac:cxnSpMkLst>
            <pc:docMk/>
            <pc:sldMk cId="192331626" sldId="270"/>
            <ac:cxnSpMk id="12" creationId="{2D72A2C9-F3CA-4216-8BAD-FA4C970C3C4E}"/>
          </ac:cxnSpMkLst>
        </pc:cxnChg>
      </pc:sldChg>
      <pc:sldChg chg="addSp delSp modSp del mod setBg addAnim delAnim delDesignElem chgLayout">
        <pc:chgData name="Usman Shahzad" userId="b29716b6-ea3c-4e66-9f8d-07d77863369a" providerId="ADAL" clId="{0E2D40E9-9299-48CF-A889-7ACA2E8B9A3B}" dt="2022-01-11T19:30:17.888" v="1294" actId="47"/>
        <pc:sldMkLst>
          <pc:docMk/>
          <pc:sldMk cId="456430516" sldId="271"/>
        </pc:sldMkLst>
        <pc:spChg chg="mod ord">
          <ac:chgData name="Usman Shahzad" userId="b29716b6-ea3c-4e66-9f8d-07d77863369a" providerId="ADAL" clId="{0E2D40E9-9299-48CF-A889-7ACA2E8B9A3B}" dt="2022-01-11T19:29:10.002" v="1290" actId="6264"/>
          <ac:spMkLst>
            <pc:docMk/>
            <pc:sldMk cId="456430516" sldId="271"/>
            <ac:spMk id="2" creationId="{EC7A5B4E-21CF-4A75-90B6-BC5BAF1724CD}"/>
          </ac:spMkLst>
        </pc:spChg>
        <pc:spChg chg="del">
          <ac:chgData name="Usman Shahzad" userId="b29716b6-ea3c-4e66-9f8d-07d77863369a" providerId="ADAL" clId="{0E2D40E9-9299-48CF-A889-7ACA2E8B9A3B}" dt="2022-01-10T15:47:09.639" v="272" actId="478"/>
          <ac:spMkLst>
            <pc:docMk/>
            <pc:sldMk cId="456430516" sldId="271"/>
            <ac:spMk id="3" creationId="{1D8831A2-A6EE-49FF-92C5-947BC86FD1FB}"/>
          </ac:spMkLst>
        </pc:spChg>
        <pc:spChg chg="add del mod">
          <ac:chgData name="Usman Shahzad" userId="b29716b6-ea3c-4e66-9f8d-07d77863369a" providerId="ADAL" clId="{0E2D40E9-9299-48CF-A889-7ACA2E8B9A3B}" dt="2022-01-11T19:29:10.002" v="1290" actId="6264"/>
          <ac:spMkLst>
            <pc:docMk/>
            <pc:sldMk cId="456430516" sldId="271"/>
            <ac:spMk id="3" creationId="{9750FDB6-1678-46FA-AB73-49B903053E5A}"/>
          </ac:spMkLst>
        </pc:spChg>
        <pc:spChg chg="add del mod ord">
          <ac:chgData name="Usman Shahzad" userId="b29716b6-ea3c-4e66-9f8d-07d77863369a" providerId="ADAL" clId="{0E2D40E9-9299-48CF-A889-7ACA2E8B9A3B}" dt="2022-01-11T19:29:10.002" v="1290" actId="6264"/>
          <ac:spMkLst>
            <pc:docMk/>
            <pc:sldMk cId="456430516" sldId="271"/>
            <ac:spMk id="4" creationId="{A2800654-19C2-4506-A1A3-FDC250AB73B9}"/>
          </ac:spMkLst>
        </pc:spChg>
        <pc:spChg chg="add del">
          <ac:chgData name="Usman Shahzad" userId="b29716b6-ea3c-4e66-9f8d-07d77863369a" providerId="ADAL" clId="{0E2D40E9-9299-48CF-A889-7ACA2E8B9A3B}" dt="2022-01-11T19:29:10.002" v="1290" actId="6264"/>
          <ac:spMkLst>
            <pc:docMk/>
            <pc:sldMk cId="456430516" sldId="271"/>
            <ac:spMk id="7" creationId="{BAD76F3E-3A97-486B-B402-44400A8B9173}"/>
          </ac:spMkLst>
        </pc:spChg>
        <pc:spChg chg="add del">
          <ac:chgData name="Usman Shahzad" userId="b29716b6-ea3c-4e66-9f8d-07d77863369a" providerId="ADAL" clId="{0E2D40E9-9299-48CF-A889-7ACA2E8B9A3B}" dt="2022-01-11T19:29:10.002" v="1290" actId="6264"/>
          <ac:spMkLst>
            <pc:docMk/>
            <pc:sldMk cId="456430516" sldId="271"/>
            <ac:spMk id="9" creationId="{391F6B52-91F4-4AEB-B6DB-29FEBCF28C8B}"/>
          </ac:spMkLst>
        </pc:spChg>
        <pc:spChg chg="add del">
          <ac:chgData name="Usman Shahzad" userId="b29716b6-ea3c-4e66-9f8d-07d77863369a" providerId="ADAL" clId="{0E2D40E9-9299-48CF-A889-7ACA2E8B9A3B}" dt="2022-01-11T19:29:10.002" v="1290" actId="6264"/>
          <ac:spMkLst>
            <pc:docMk/>
            <pc:sldMk cId="456430516" sldId="271"/>
            <ac:spMk id="11" creationId="{2CD6F061-7C53-44F4-9794-953DB70A451B}"/>
          </ac:spMkLst>
        </pc:spChg>
      </pc:sldChg>
      <pc:sldChg chg="addSp delSp modSp mod setBg">
        <pc:chgData name="Usman Shahzad" userId="b29716b6-ea3c-4e66-9f8d-07d77863369a" providerId="ADAL" clId="{0E2D40E9-9299-48CF-A889-7ACA2E8B9A3B}" dt="2022-01-11T20:16:12.613" v="1519" actId="26606"/>
        <pc:sldMkLst>
          <pc:docMk/>
          <pc:sldMk cId="2548799347" sldId="272"/>
        </pc:sldMkLst>
        <pc:spChg chg="mod">
          <ac:chgData name="Usman Shahzad" userId="b29716b6-ea3c-4e66-9f8d-07d77863369a" providerId="ADAL" clId="{0E2D40E9-9299-48CF-A889-7ACA2E8B9A3B}" dt="2022-01-11T20:16:12.613" v="1519" actId="26606"/>
          <ac:spMkLst>
            <pc:docMk/>
            <pc:sldMk cId="2548799347" sldId="272"/>
            <ac:spMk id="2" creationId="{C5196440-6624-4BA5-8448-F94A984BE925}"/>
          </ac:spMkLst>
        </pc:spChg>
        <pc:spChg chg="mod">
          <ac:chgData name="Usman Shahzad" userId="b29716b6-ea3c-4e66-9f8d-07d77863369a" providerId="ADAL" clId="{0E2D40E9-9299-48CF-A889-7ACA2E8B9A3B}" dt="2022-01-11T20:16:12.613" v="1519" actId="26606"/>
          <ac:spMkLst>
            <pc:docMk/>
            <pc:sldMk cId="2548799347" sldId="272"/>
            <ac:spMk id="3" creationId="{525BF9DB-DEF7-481D-A877-31901F058CE2}"/>
          </ac:spMkLst>
        </pc:spChg>
        <pc:spChg chg="add del">
          <ac:chgData name="Usman Shahzad" userId="b29716b6-ea3c-4e66-9f8d-07d77863369a" providerId="ADAL" clId="{0E2D40E9-9299-48CF-A889-7ACA2E8B9A3B}" dt="2022-01-11T20:16:12.613" v="1519" actId="26606"/>
          <ac:spMkLst>
            <pc:docMk/>
            <pc:sldMk cId="2548799347" sldId="272"/>
            <ac:spMk id="8" creationId="{429917F3-0560-4C6F-B265-458B218C4B87}"/>
          </ac:spMkLst>
        </pc:spChg>
        <pc:spChg chg="add">
          <ac:chgData name="Usman Shahzad" userId="b29716b6-ea3c-4e66-9f8d-07d77863369a" providerId="ADAL" clId="{0E2D40E9-9299-48CF-A889-7ACA2E8B9A3B}" dt="2022-01-11T20:16:12.613" v="1519" actId="26606"/>
          <ac:spMkLst>
            <pc:docMk/>
            <pc:sldMk cId="2548799347" sldId="272"/>
            <ac:spMk id="17" creationId="{100EDD19-6802-4EC3-95CE-CFFAB042CFD6}"/>
          </ac:spMkLst>
        </pc:spChg>
        <pc:spChg chg="add">
          <ac:chgData name="Usman Shahzad" userId="b29716b6-ea3c-4e66-9f8d-07d77863369a" providerId="ADAL" clId="{0E2D40E9-9299-48CF-A889-7ACA2E8B9A3B}" dt="2022-01-11T20:16:12.613" v="1519" actId="26606"/>
          <ac:spMkLst>
            <pc:docMk/>
            <pc:sldMk cId="2548799347" sldId="272"/>
            <ac:spMk id="19" creationId="{DB17E863-922E-4C26-BD64-E8FD41D28661}"/>
          </ac:spMkLst>
        </pc:spChg>
        <pc:grpChg chg="add del">
          <ac:chgData name="Usman Shahzad" userId="b29716b6-ea3c-4e66-9f8d-07d77863369a" providerId="ADAL" clId="{0E2D40E9-9299-48CF-A889-7ACA2E8B9A3B}" dt="2022-01-11T20:16:12.613" v="1519" actId="26606"/>
          <ac:grpSpMkLst>
            <pc:docMk/>
            <pc:sldMk cId="2548799347" sldId="272"/>
            <ac:grpSpMk id="10" creationId="{AA39BAE7-7EB8-4E22-BCBB-F00F514DB7EA}"/>
          </ac:grpSpMkLst>
        </pc:grpChg>
      </pc:sldChg>
      <pc:sldChg chg="addSp delSp modSp new mod setBg setClrOvrMap">
        <pc:chgData name="Usman Shahzad" userId="b29716b6-ea3c-4e66-9f8d-07d77863369a" providerId="ADAL" clId="{0E2D40E9-9299-48CF-A889-7ACA2E8B9A3B}" dt="2022-01-11T20:11:44.536" v="1456" actId="27636"/>
        <pc:sldMkLst>
          <pc:docMk/>
          <pc:sldMk cId="855291476" sldId="273"/>
        </pc:sldMkLst>
        <pc:spChg chg="mod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2" creationId="{F838CDC2-C51B-4B9D-9B53-34FCE59A1300}"/>
          </ac:spMkLst>
        </pc:spChg>
        <pc:spChg chg="mod">
          <ac:chgData name="Usman Shahzad" userId="b29716b6-ea3c-4e66-9f8d-07d77863369a" providerId="ADAL" clId="{0E2D40E9-9299-48CF-A889-7ACA2E8B9A3B}" dt="2022-01-11T20:11:44.536" v="1456" actId="27636"/>
          <ac:spMkLst>
            <pc:docMk/>
            <pc:sldMk cId="855291476" sldId="273"/>
            <ac:spMk id="3" creationId="{F05C0701-A1D7-427D-BF8C-4ABA8329658B}"/>
          </ac:spMkLst>
        </pc:spChg>
        <pc:spChg chg="add del">
          <ac:chgData name="Usman Shahzad" userId="b29716b6-ea3c-4e66-9f8d-07d77863369a" providerId="ADAL" clId="{0E2D40E9-9299-48CF-A889-7ACA2E8B9A3B}" dt="2022-01-11T20:00:34.238" v="1382" actId="26606"/>
          <ac:spMkLst>
            <pc:docMk/>
            <pc:sldMk cId="855291476" sldId="273"/>
            <ac:spMk id="8" creationId="{C7FA33FF-088D-4F16-95A2-2C64D353DEA8}"/>
          </ac:spMkLst>
        </pc:spChg>
        <pc:spChg chg="add del">
          <ac:chgData name="Usman Shahzad" userId="b29716b6-ea3c-4e66-9f8d-07d77863369a" providerId="ADAL" clId="{0E2D40E9-9299-48CF-A889-7ACA2E8B9A3B}" dt="2022-01-11T20:00:34.238" v="1382" actId="26606"/>
          <ac:spMkLst>
            <pc:docMk/>
            <pc:sldMk cId="855291476" sldId="273"/>
            <ac:spMk id="10" creationId="{A376EFB1-01CF-419F-ABF1-2AF02BBFCBD1}"/>
          </ac:spMkLst>
        </pc:spChg>
        <pc:spChg chg="add del">
          <ac:chgData name="Usman Shahzad" userId="b29716b6-ea3c-4e66-9f8d-07d77863369a" providerId="ADAL" clId="{0E2D40E9-9299-48CF-A889-7ACA2E8B9A3B}" dt="2022-01-11T20:00:34.238" v="1382" actId="26606"/>
          <ac:spMkLst>
            <pc:docMk/>
            <pc:sldMk cId="855291476" sldId="273"/>
            <ac:spMk id="12" creationId="{FF9DEA15-78BD-4750-AA18-B9F28A6D5AB8}"/>
          </ac:spMkLst>
        </pc:spChg>
        <pc:spChg chg="add del">
          <ac:chgData name="Usman Shahzad" userId="b29716b6-ea3c-4e66-9f8d-07d77863369a" providerId="ADAL" clId="{0E2D40E9-9299-48CF-A889-7ACA2E8B9A3B}" dt="2022-01-11T20:00:38.021" v="1384" actId="26606"/>
          <ac:spMkLst>
            <pc:docMk/>
            <pc:sldMk cId="855291476" sldId="273"/>
            <ac:spMk id="14" creationId="{7264F718-7FAC-4056-9FA9-A603EC682FE7}"/>
          </ac:spMkLst>
        </pc:spChg>
        <pc:spChg chg="add del">
          <ac:chgData name="Usman Shahzad" userId="b29716b6-ea3c-4e66-9f8d-07d77863369a" providerId="ADAL" clId="{0E2D40E9-9299-48CF-A889-7ACA2E8B9A3B}" dt="2022-01-11T20:00:38.021" v="1384" actId="26606"/>
          <ac:spMkLst>
            <pc:docMk/>
            <pc:sldMk cId="855291476" sldId="273"/>
            <ac:spMk id="15" creationId="{F74639F7-E3C7-4165-A83E-6386A86BA1DA}"/>
          </ac:spMkLst>
        </pc:spChg>
        <pc:spChg chg="add del">
          <ac:chgData name="Usman Shahzad" userId="b29716b6-ea3c-4e66-9f8d-07d77863369a" providerId="ADAL" clId="{0E2D40E9-9299-48CF-A889-7ACA2E8B9A3B}" dt="2022-01-11T20:00:38.021" v="1384" actId="26606"/>
          <ac:spMkLst>
            <pc:docMk/>
            <pc:sldMk cId="855291476" sldId="273"/>
            <ac:spMk id="16" creationId="{8B3AF0F1-707A-463E-B5EE-33C63A40CFC9}"/>
          </ac:spMkLst>
        </pc:spChg>
        <pc:spChg chg="add del">
          <ac:chgData name="Usman Shahzad" userId="b29716b6-ea3c-4e66-9f8d-07d77863369a" providerId="ADAL" clId="{0E2D40E9-9299-48CF-A889-7ACA2E8B9A3B}" dt="2022-01-11T20:00:44.128" v="1386" actId="26606"/>
          <ac:spMkLst>
            <pc:docMk/>
            <pc:sldMk cId="855291476" sldId="273"/>
            <ac:spMk id="18" creationId="{DFF2AC85-FAA0-4844-813F-83C04D7382E2}"/>
          </ac:spMkLst>
        </pc:spChg>
        <pc:spChg chg="add del">
          <ac:chgData name="Usman Shahzad" userId="b29716b6-ea3c-4e66-9f8d-07d77863369a" providerId="ADAL" clId="{0E2D40E9-9299-48CF-A889-7ACA2E8B9A3B}" dt="2022-01-11T20:00:44.128" v="1386" actId="26606"/>
          <ac:spMkLst>
            <pc:docMk/>
            <pc:sldMk cId="855291476" sldId="273"/>
            <ac:spMk id="19" creationId="{89CC0F1E-BAA2-47B1-8F83-7ECB9FD9E009}"/>
          </ac:spMkLst>
        </pc:spChg>
        <pc:spChg chg="add del">
          <ac:chgData name="Usman Shahzad" userId="b29716b6-ea3c-4e66-9f8d-07d77863369a" providerId="ADAL" clId="{0E2D40E9-9299-48CF-A889-7ACA2E8B9A3B}" dt="2022-01-11T20:00:51.178" v="1388" actId="26606"/>
          <ac:spMkLst>
            <pc:docMk/>
            <pc:sldMk cId="855291476" sldId="273"/>
            <ac:spMk id="21" creationId="{7264F718-7FAC-4056-9FA9-A603EC682FE7}"/>
          </ac:spMkLst>
        </pc:spChg>
        <pc:spChg chg="add del">
          <ac:chgData name="Usman Shahzad" userId="b29716b6-ea3c-4e66-9f8d-07d77863369a" providerId="ADAL" clId="{0E2D40E9-9299-48CF-A889-7ACA2E8B9A3B}" dt="2022-01-11T20:00:51.178" v="1388" actId="26606"/>
          <ac:spMkLst>
            <pc:docMk/>
            <pc:sldMk cId="855291476" sldId="273"/>
            <ac:spMk id="22" creationId="{F74639F7-E3C7-4165-A83E-6386A86BA1DA}"/>
          </ac:spMkLst>
        </pc:spChg>
        <pc:spChg chg="add del">
          <ac:chgData name="Usman Shahzad" userId="b29716b6-ea3c-4e66-9f8d-07d77863369a" providerId="ADAL" clId="{0E2D40E9-9299-48CF-A889-7ACA2E8B9A3B}" dt="2022-01-11T20:00:51.178" v="1388" actId="26606"/>
          <ac:spMkLst>
            <pc:docMk/>
            <pc:sldMk cId="855291476" sldId="273"/>
            <ac:spMk id="23" creationId="{8B3AF0F1-707A-463E-B5EE-33C63A40CFC9}"/>
          </ac:spMkLst>
        </pc:spChg>
        <pc:spChg chg="add del">
          <ac:chgData name="Usman Shahzad" userId="b29716b6-ea3c-4e66-9f8d-07d77863369a" providerId="ADAL" clId="{0E2D40E9-9299-48CF-A889-7ACA2E8B9A3B}" dt="2022-01-11T20:00:57.493" v="1390" actId="26606"/>
          <ac:spMkLst>
            <pc:docMk/>
            <pc:sldMk cId="855291476" sldId="273"/>
            <ac:spMk id="25" creationId="{C7FA33FF-088D-4F16-95A2-2C64D353DEA8}"/>
          </ac:spMkLst>
        </pc:spChg>
        <pc:spChg chg="add del">
          <ac:chgData name="Usman Shahzad" userId="b29716b6-ea3c-4e66-9f8d-07d77863369a" providerId="ADAL" clId="{0E2D40E9-9299-48CF-A889-7ACA2E8B9A3B}" dt="2022-01-11T20:00:57.493" v="1390" actId="26606"/>
          <ac:spMkLst>
            <pc:docMk/>
            <pc:sldMk cId="855291476" sldId="273"/>
            <ac:spMk id="26" creationId="{A376EFB1-01CF-419F-ABF1-2AF02BBFCBD1}"/>
          </ac:spMkLst>
        </pc:spChg>
        <pc:spChg chg="add del">
          <ac:chgData name="Usman Shahzad" userId="b29716b6-ea3c-4e66-9f8d-07d77863369a" providerId="ADAL" clId="{0E2D40E9-9299-48CF-A889-7ACA2E8B9A3B}" dt="2022-01-11T20:00:57.493" v="1390" actId="26606"/>
          <ac:spMkLst>
            <pc:docMk/>
            <pc:sldMk cId="855291476" sldId="273"/>
            <ac:spMk id="27" creationId="{FF9DEA15-78BD-4750-AA18-B9F28A6D5AB8}"/>
          </ac:spMkLst>
        </pc:spChg>
        <pc:spChg chg="add del">
          <ac:chgData name="Usman Shahzad" userId="b29716b6-ea3c-4e66-9f8d-07d77863369a" providerId="ADAL" clId="{0E2D40E9-9299-48CF-A889-7ACA2E8B9A3B}" dt="2022-01-11T20:01:07.138" v="1392" actId="26606"/>
          <ac:spMkLst>
            <pc:docMk/>
            <pc:sldMk cId="855291476" sldId="273"/>
            <ac:spMk id="29" creationId="{7264F718-7FAC-4056-9FA9-A603EC682FE7}"/>
          </ac:spMkLst>
        </pc:spChg>
        <pc:spChg chg="add del">
          <ac:chgData name="Usman Shahzad" userId="b29716b6-ea3c-4e66-9f8d-07d77863369a" providerId="ADAL" clId="{0E2D40E9-9299-48CF-A889-7ACA2E8B9A3B}" dt="2022-01-11T20:01:07.138" v="1392" actId="26606"/>
          <ac:spMkLst>
            <pc:docMk/>
            <pc:sldMk cId="855291476" sldId="273"/>
            <ac:spMk id="30" creationId="{F74639F7-E3C7-4165-A83E-6386A86BA1DA}"/>
          </ac:spMkLst>
        </pc:spChg>
        <pc:spChg chg="add del">
          <ac:chgData name="Usman Shahzad" userId="b29716b6-ea3c-4e66-9f8d-07d77863369a" providerId="ADAL" clId="{0E2D40E9-9299-48CF-A889-7ACA2E8B9A3B}" dt="2022-01-11T20:01:07.138" v="1392" actId="26606"/>
          <ac:spMkLst>
            <pc:docMk/>
            <pc:sldMk cId="855291476" sldId="273"/>
            <ac:spMk id="31" creationId="{8B3AF0F1-707A-463E-B5EE-33C63A40CFC9}"/>
          </ac:spMkLst>
        </pc:spChg>
        <pc:spChg chg="add del">
          <ac:chgData name="Usman Shahzad" userId="b29716b6-ea3c-4e66-9f8d-07d77863369a" providerId="ADAL" clId="{0E2D40E9-9299-48CF-A889-7ACA2E8B9A3B}" dt="2022-01-11T20:01:22.731" v="1394" actId="26606"/>
          <ac:spMkLst>
            <pc:docMk/>
            <pc:sldMk cId="855291476" sldId="273"/>
            <ac:spMk id="36" creationId="{DEE2AD96-B495-4E06-9291-B71706F728CB}"/>
          </ac:spMkLst>
        </pc:spChg>
        <pc:spChg chg="add del">
          <ac:chgData name="Usman Shahzad" userId="b29716b6-ea3c-4e66-9f8d-07d77863369a" providerId="ADAL" clId="{0E2D40E9-9299-48CF-A889-7ACA2E8B9A3B}" dt="2022-01-11T20:01:22.731" v="1394" actId="26606"/>
          <ac:spMkLst>
            <pc:docMk/>
            <pc:sldMk cId="855291476" sldId="273"/>
            <ac:spMk id="38" creationId="{53CF6D67-C5A8-4ADD-9E8E-1E38CA1D3166}"/>
          </ac:spMkLst>
        </pc:spChg>
        <pc:spChg chg="add del">
          <ac:chgData name="Usman Shahzad" userId="b29716b6-ea3c-4e66-9f8d-07d77863369a" providerId="ADAL" clId="{0E2D40E9-9299-48CF-A889-7ACA2E8B9A3B}" dt="2022-01-11T20:01:22.731" v="1394" actId="26606"/>
          <ac:spMkLst>
            <pc:docMk/>
            <pc:sldMk cId="855291476" sldId="273"/>
            <ac:spMk id="40" creationId="{86909FA0-B515-4681-B7A8-FA281D133B94}"/>
          </ac:spMkLst>
        </pc:spChg>
        <pc:spChg chg="add del">
          <ac:chgData name="Usman Shahzad" userId="b29716b6-ea3c-4e66-9f8d-07d77863369a" providerId="ADAL" clId="{0E2D40E9-9299-48CF-A889-7ACA2E8B9A3B}" dt="2022-01-11T20:01:22.731" v="1394" actId="26606"/>
          <ac:spMkLst>
            <pc:docMk/>
            <pc:sldMk cId="855291476" sldId="273"/>
            <ac:spMk id="42" creationId="{21C9FE86-FCC3-4A31-AA1C-C882262B7FE7}"/>
          </ac:spMkLst>
        </pc:spChg>
        <pc:spChg chg="add del">
          <ac:chgData name="Usman Shahzad" userId="b29716b6-ea3c-4e66-9f8d-07d77863369a" providerId="ADAL" clId="{0E2D40E9-9299-48CF-A889-7ACA2E8B9A3B}" dt="2022-01-11T20:01:22.731" v="1394" actId="26606"/>
          <ac:spMkLst>
            <pc:docMk/>
            <pc:sldMk cId="855291476" sldId="273"/>
            <ac:spMk id="44" creationId="{7D96243B-ECED-4B71-8E06-AE9A285EAD20}"/>
          </ac:spMkLst>
        </pc:spChg>
        <pc:spChg chg="add del">
          <ac:chgData name="Usman Shahzad" userId="b29716b6-ea3c-4e66-9f8d-07d77863369a" providerId="ADAL" clId="{0E2D40E9-9299-48CF-A889-7ACA2E8B9A3B}" dt="2022-01-11T20:01:22.731" v="1394" actId="26606"/>
          <ac:spMkLst>
            <pc:docMk/>
            <pc:sldMk cId="855291476" sldId="273"/>
            <ac:spMk id="46" creationId="{A09989E4-EFDC-4A90-A633-E0525FB4139E}"/>
          </ac:spMkLst>
        </pc:spChg>
        <pc:spChg chg="add del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51" creationId="{1B15ED52-F352-441B-82BF-E0EA34836D08}"/>
          </ac:spMkLst>
        </pc:spChg>
        <pc:spChg chg="add del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53" creationId="{3B2E3793-BFE6-45A2-9B7B-E18844431C99}"/>
          </ac:spMkLst>
        </pc:spChg>
        <pc:spChg chg="add del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55" creationId="{BC4C4868-CB8F-4AF9-9CDB-8108F2C19B67}"/>
          </ac:spMkLst>
        </pc:spChg>
        <pc:spChg chg="add del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57" creationId="{375E0459-6403-40CD-989D-56A4407CA12E}"/>
          </ac:spMkLst>
        </pc:spChg>
        <pc:spChg chg="add del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59" creationId="{53E5B1A8-3AC9-4BD1-9BBC-78CA94F2D1BA}"/>
          </ac:spMkLst>
        </pc:spChg>
        <pc:spChg chg="add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64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66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1:21.820" v="1454" actId="26606"/>
          <ac:spMkLst>
            <pc:docMk/>
            <pc:sldMk cId="855291476" sldId="273"/>
            <ac:spMk id="68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2:44.266" v="1403" actId="403"/>
        <pc:sldMkLst>
          <pc:docMk/>
          <pc:sldMk cId="675729037" sldId="274"/>
        </pc:sldMkLst>
        <pc:spChg chg="mod">
          <ac:chgData name="Usman Shahzad" userId="b29716b6-ea3c-4e66-9f8d-07d77863369a" providerId="ADAL" clId="{0E2D40E9-9299-48CF-A889-7ACA2E8B9A3B}" dt="2022-01-11T20:02:36.067" v="1400" actId="26606"/>
          <ac:spMkLst>
            <pc:docMk/>
            <pc:sldMk cId="675729037" sldId="274"/>
            <ac:spMk id="2" creationId="{AEE81C12-ED1C-485B-8BB9-F466B60B318A}"/>
          </ac:spMkLst>
        </pc:spChg>
        <pc:spChg chg="mod">
          <ac:chgData name="Usman Shahzad" userId="b29716b6-ea3c-4e66-9f8d-07d77863369a" providerId="ADAL" clId="{0E2D40E9-9299-48CF-A889-7ACA2E8B9A3B}" dt="2022-01-11T20:02:44.266" v="1403" actId="403"/>
          <ac:spMkLst>
            <pc:docMk/>
            <pc:sldMk cId="675729037" sldId="274"/>
            <ac:spMk id="3" creationId="{095EB2F8-061E-4313-B76C-53A962A1E8D2}"/>
          </ac:spMkLst>
        </pc:spChg>
        <pc:spChg chg="add">
          <ac:chgData name="Usman Shahzad" userId="b29716b6-ea3c-4e66-9f8d-07d77863369a" providerId="ADAL" clId="{0E2D40E9-9299-48CF-A889-7ACA2E8B9A3B}" dt="2022-01-11T20:02:36.067" v="1400" actId="26606"/>
          <ac:spMkLst>
            <pc:docMk/>
            <pc:sldMk cId="675729037" sldId="274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2:36.067" v="1400" actId="26606"/>
          <ac:spMkLst>
            <pc:docMk/>
            <pc:sldMk cId="675729037" sldId="274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2:36.067" v="1400" actId="26606"/>
          <ac:spMkLst>
            <pc:docMk/>
            <pc:sldMk cId="675729037" sldId="274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2:36.067" v="1400" actId="26606"/>
          <ac:spMkLst>
            <pc:docMk/>
            <pc:sldMk cId="675729037" sldId="274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2:36.067" v="1400" actId="26606"/>
          <ac:spMkLst>
            <pc:docMk/>
            <pc:sldMk cId="675729037" sldId="274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2:55.012" v="1406" actId="27636"/>
        <pc:sldMkLst>
          <pc:docMk/>
          <pc:sldMk cId="2449972143" sldId="275"/>
        </pc:sldMkLst>
        <pc:spChg chg="mod">
          <ac:chgData name="Usman Shahzad" userId="b29716b6-ea3c-4e66-9f8d-07d77863369a" providerId="ADAL" clId="{0E2D40E9-9299-48CF-A889-7ACA2E8B9A3B}" dt="2022-01-11T20:02:49.188" v="1404" actId="26606"/>
          <ac:spMkLst>
            <pc:docMk/>
            <pc:sldMk cId="2449972143" sldId="275"/>
            <ac:spMk id="2" creationId="{50FCFB86-E1D6-425B-BACC-D2FAF9D4B4B3}"/>
          </ac:spMkLst>
        </pc:spChg>
        <pc:spChg chg="mod">
          <ac:chgData name="Usman Shahzad" userId="b29716b6-ea3c-4e66-9f8d-07d77863369a" providerId="ADAL" clId="{0E2D40E9-9299-48CF-A889-7ACA2E8B9A3B}" dt="2022-01-11T20:02:55.012" v="1406" actId="27636"/>
          <ac:spMkLst>
            <pc:docMk/>
            <pc:sldMk cId="2449972143" sldId="275"/>
            <ac:spMk id="3" creationId="{69EF7BD6-1D7C-48BA-8269-65450293143D}"/>
          </ac:spMkLst>
        </pc:spChg>
        <pc:spChg chg="add">
          <ac:chgData name="Usman Shahzad" userId="b29716b6-ea3c-4e66-9f8d-07d77863369a" providerId="ADAL" clId="{0E2D40E9-9299-48CF-A889-7ACA2E8B9A3B}" dt="2022-01-11T20:02:49.188" v="1404" actId="26606"/>
          <ac:spMkLst>
            <pc:docMk/>
            <pc:sldMk cId="2449972143" sldId="275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2:49.188" v="1404" actId="26606"/>
          <ac:spMkLst>
            <pc:docMk/>
            <pc:sldMk cId="2449972143" sldId="275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2:49.188" v="1404" actId="26606"/>
          <ac:spMkLst>
            <pc:docMk/>
            <pc:sldMk cId="2449972143" sldId="275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2:49.188" v="1404" actId="26606"/>
          <ac:spMkLst>
            <pc:docMk/>
            <pc:sldMk cId="2449972143" sldId="275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2:49.188" v="1404" actId="26606"/>
          <ac:spMkLst>
            <pc:docMk/>
            <pc:sldMk cId="2449972143" sldId="275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3:24.085" v="1415" actId="403"/>
        <pc:sldMkLst>
          <pc:docMk/>
          <pc:sldMk cId="1584936955" sldId="276"/>
        </pc:sldMkLst>
        <pc:spChg chg="mod">
          <ac:chgData name="Usman Shahzad" userId="b29716b6-ea3c-4e66-9f8d-07d77863369a" providerId="ADAL" clId="{0E2D40E9-9299-48CF-A889-7ACA2E8B9A3B}" dt="2022-01-11T20:03:17.659" v="1410" actId="26606"/>
          <ac:spMkLst>
            <pc:docMk/>
            <pc:sldMk cId="1584936955" sldId="276"/>
            <ac:spMk id="2" creationId="{09B531C4-53EA-4CF9-B517-1BB180A7D6BA}"/>
          </ac:spMkLst>
        </pc:spChg>
        <pc:spChg chg="mod">
          <ac:chgData name="Usman Shahzad" userId="b29716b6-ea3c-4e66-9f8d-07d77863369a" providerId="ADAL" clId="{0E2D40E9-9299-48CF-A889-7ACA2E8B9A3B}" dt="2022-01-11T20:03:24.085" v="1415" actId="403"/>
          <ac:spMkLst>
            <pc:docMk/>
            <pc:sldMk cId="1584936955" sldId="276"/>
            <ac:spMk id="3" creationId="{B46DA6A4-64DB-4BCE-AF59-4911F28E6251}"/>
          </ac:spMkLst>
        </pc:spChg>
        <pc:spChg chg="add">
          <ac:chgData name="Usman Shahzad" userId="b29716b6-ea3c-4e66-9f8d-07d77863369a" providerId="ADAL" clId="{0E2D40E9-9299-48CF-A889-7ACA2E8B9A3B}" dt="2022-01-11T20:03:17.659" v="1410" actId="26606"/>
          <ac:spMkLst>
            <pc:docMk/>
            <pc:sldMk cId="1584936955" sldId="276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3:17.659" v="1410" actId="26606"/>
          <ac:spMkLst>
            <pc:docMk/>
            <pc:sldMk cId="1584936955" sldId="276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3:17.659" v="1410" actId="26606"/>
          <ac:spMkLst>
            <pc:docMk/>
            <pc:sldMk cId="1584936955" sldId="276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3:17.659" v="1410" actId="26606"/>
          <ac:spMkLst>
            <pc:docMk/>
            <pc:sldMk cId="1584936955" sldId="276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3:17.659" v="1410" actId="26606"/>
          <ac:spMkLst>
            <pc:docMk/>
            <pc:sldMk cId="1584936955" sldId="276"/>
            <ac:spMk id="16" creationId="{53E5B1A8-3AC9-4BD1-9BBC-78CA94F2D1BA}"/>
          </ac:spMkLst>
        </pc:spChg>
      </pc:sldChg>
      <pc:sldChg chg="addSp delSp modSp new del mod setBg addAnim">
        <pc:chgData name="Usman Shahzad" userId="b29716b6-ea3c-4e66-9f8d-07d77863369a" providerId="ADAL" clId="{0E2D40E9-9299-48CF-A889-7ACA2E8B9A3B}" dt="2022-01-11T19:31:31.978" v="1301" actId="47"/>
        <pc:sldMkLst>
          <pc:docMk/>
          <pc:sldMk cId="2219564709" sldId="277"/>
        </pc:sldMkLst>
        <pc:spChg chg="mod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2" creationId="{071FA319-E6A0-4469-AA57-C68C11C70538}"/>
          </ac:spMkLst>
        </pc:spChg>
        <pc:spChg chg="del">
          <ac:chgData name="Usman Shahzad" userId="b29716b6-ea3c-4e66-9f8d-07d77863369a" providerId="ADAL" clId="{0E2D40E9-9299-48CF-A889-7ACA2E8B9A3B}" dt="2022-01-10T15:34:09.163" v="214" actId="478"/>
          <ac:spMkLst>
            <pc:docMk/>
            <pc:sldMk cId="2219564709" sldId="277"/>
            <ac:spMk id="3" creationId="{6BB061FD-D693-497B-A8B3-8C0840B65591}"/>
          </ac:spMkLst>
        </pc:spChg>
        <pc:spChg chg="add del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7" creationId="{FFD48BC7-DC40-47DE-87EE-9F4B6ECB9ABB}"/>
          </ac:spMkLst>
        </pc:spChg>
        <pc:spChg chg="add del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9" creationId="{E502BBC7-2C76-46F3-BC24-5985BC13DB88}"/>
          </ac:spMkLst>
        </pc:spChg>
        <pc:spChg chg="add del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11" creationId="{C7F28D52-2A5F-4D23-81AE-7CB8B591C7AF}"/>
          </ac:spMkLst>
        </pc:spChg>
        <pc:spChg chg="add del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13" creationId="{3629484E-3792-4B3D-89AD-7C8A1ED0E0D4}"/>
          </ac:spMkLst>
        </pc:spChg>
        <pc:spChg chg="add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18" creationId="{BAD76F3E-3A97-486B-B402-44400A8B9173}"/>
          </ac:spMkLst>
        </pc:spChg>
        <pc:spChg chg="add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20" creationId="{391F6B52-91F4-4AEB-B6DB-29FEBCF28C8B}"/>
          </ac:spMkLst>
        </pc:spChg>
        <pc:spChg chg="add">
          <ac:chgData name="Usman Shahzad" userId="b29716b6-ea3c-4e66-9f8d-07d77863369a" providerId="ADAL" clId="{0E2D40E9-9299-48CF-A889-7ACA2E8B9A3B}" dt="2022-01-10T15:47:39.785" v="277" actId="26606"/>
          <ac:spMkLst>
            <pc:docMk/>
            <pc:sldMk cId="2219564709" sldId="277"/>
            <ac:spMk id="22" creationId="{2CD6F061-7C53-44F4-9794-953DB70A451B}"/>
          </ac:spMkLst>
        </pc:spChg>
      </pc:sldChg>
      <pc:sldChg chg="addSp delSp modSp new mod setBg">
        <pc:chgData name="Usman Shahzad" userId="b29716b6-ea3c-4e66-9f8d-07d77863369a" providerId="ADAL" clId="{0E2D40E9-9299-48CF-A889-7ACA2E8B9A3B}" dt="2022-01-11T20:03:57.758" v="1420" actId="26606"/>
        <pc:sldMkLst>
          <pc:docMk/>
          <pc:sldMk cId="43841850" sldId="278"/>
        </pc:sldMkLst>
        <pc:spChg chg="mod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2" creationId="{F6543635-20BE-4892-885F-A6E7FB32D808}"/>
          </ac:spMkLst>
        </pc:spChg>
        <pc:spChg chg="add del mod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3" creationId="{3A1725DB-E095-4A38-A3C5-40FFB44D85E9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8" creationId="{1B15ED52-F352-441B-82BF-E0EA34836D08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10" creationId="{3B2E3793-BFE6-45A2-9B7B-E18844431C99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12" creationId="{BC4C4868-CB8F-4AF9-9CDB-8108F2C19B67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14" creationId="{375E0459-6403-40CD-989D-56A4407CA12E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16" creationId="{53E5B1A8-3AC9-4BD1-9BBC-78CA94F2D1BA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22" creationId="{BACC6370-2D7E-4714-9D71-7542949D7D5D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24" creationId="{F68B3F68-107C-434F-AA38-110D5EA91B85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26" creationId="{AAD0DBB9-1A4B-4391-81D4-CB19F9AB918A}"/>
          </ac:spMkLst>
        </pc:spChg>
        <pc:spChg chg="add del">
          <ac:chgData name="Usman Shahzad" userId="b29716b6-ea3c-4e66-9f8d-07d77863369a" providerId="ADAL" clId="{0E2D40E9-9299-48CF-A889-7ACA2E8B9A3B}" dt="2022-01-11T20:03:57.758" v="1420" actId="26606"/>
          <ac:spMkLst>
            <pc:docMk/>
            <pc:sldMk cId="43841850" sldId="278"/>
            <ac:spMk id="28" creationId="{063BBA22-50EA-4C4D-BE05-F1CE4E63AA56}"/>
          </ac:spMkLst>
        </pc:spChg>
        <pc:graphicFrameChg chg="add del">
          <ac:chgData name="Usman Shahzad" userId="b29716b6-ea3c-4e66-9f8d-07d77863369a" providerId="ADAL" clId="{0E2D40E9-9299-48CF-A889-7ACA2E8B9A3B}" dt="2022-01-11T20:03:57.758" v="1420" actId="26606"/>
          <ac:graphicFrameMkLst>
            <pc:docMk/>
            <pc:sldMk cId="43841850" sldId="278"/>
            <ac:graphicFrameMk id="18" creationId="{5634ACE9-53EF-4B5A-9CE6-291F1E53D9C1}"/>
          </ac:graphicFrameMkLst>
        </pc:graphicFrameChg>
      </pc:sldChg>
      <pc:sldChg chg="addSp modSp new mod setBg">
        <pc:chgData name="Usman Shahzad" userId="b29716b6-ea3c-4e66-9f8d-07d77863369a" providerId="ADAL" clId="{0E2D40E9-9299-48CF-A889-7ACA2E8B9A3B}" dt="2022-01-11T20:04:31.285" v="1427" actId="27636"/>
        <pc:sldMkLst>
          <pc:docMk/>
          <pc:sldMk cId="2244628075" sldId="279"/>
        </pc:sldMkLst>
        <pc:spChg chg="mod">
          <ac:chgData name="Usman Shahzad" userId="b29716b6-ea3c-4e66-9f8d-07d77863369a" providerId="ADAL" clId="{0E2D40E9-9299-48CF-A889-7ACA2E8B9A3B}" dt="2022-01-11T20:04:11.665" v="1421" actId="26606"/>
          <ac:spMkLst>
            <pc:docMk/>
            <pc:sldMk cId="2244628075" sldId="279"/>
            <ac:spMk id="2" creationId="{90E8EEB8-65A2-4C7F-A5A2-0057354B0D24}"/>
          </ac:spMkLst>
        </pc:spChg>
        <pc:spChg chg="mod">
          <ac:chgData name="Usman Shahzad" userId="b29716b6-ea3c-4e66-9f8d-07d77863369a" providerId="ADAL" clId="{0E2D40E9-9299-48CF-A889-7ACA2E8B9A3B}" dt="2022-01-11T20:04:31.285" v="1427" actId="27636"/>
          <ac:spMkLst>
            <pc:docMk/>
            <pc:sldMk cId="2244628075" sldId="279"/>
            <ac:spMk id="3" creationId="{C599EB51-48FD-4D27-B68F-BEF42ABE4930}"/>
          </ac:spMkLst>
        </pc:spChg>
        <pc:spChg chg="add">
          <ac:chgData name="Usman Shahzad" userId="b29716b6-ea3c-4e66-9f8d-07d77863369a" providerId="ADAL" clId="{0E2D40E9-9299-48CF-A889-7ACA2E8B9A3B}" dt="2022-01-11T20:04:11.665" v="1421" actId="26606"/>
          <ac:spMkLst>
            <pc:docMk/>
            <pc:sldMk cId="2244628075" sldId="279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4:11.665" v="1421" actId="26606"/>
          <ac:spMkLst>
            <pc:docMk/>
            <pc:sldMk cId="2244628075" sldId="279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4:11.665" v="1421" actId="26606"/>
          <ac:spMkLst>
            <pc:docMk/>
            <pc:sldMk cId="2244628075" sldId="279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4:11.665" v="1421" actId="26606"/>
          <ac:spMkLst>
            <pc:docMk/>
            <pc:sldMk cId="2244628075" sldId="279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4:11.665" v="1421" actId="26606"/>
          <ac:spMkLst>
            <pc:docMk/>
            <pc:sldMk cId="2244628075" sldId="279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4:37.234" v="1430" actId="403"/>
        <pc:sldMkLst>
          <pc:docMk/>
          <pc:sldMk cId="2500379591" sldId="280"/>
        </pc:sldMkLst>
        <pc:spChg chg="mod">
          <ac:chgData name="Usman Shahzad" userId="b29716b6-ea3c-4e66-9f8d-07d77863369a" providerId="ADAL" clId="{0E2D40E9-9299-48CF-A889-7ACA2E8B9A3B}" dt="2022-01-11T20:04:18.455" v="1422" actId="26606"/>
          <ac:spMkLst>
            <pc:docMk/>
            <pc:sldMk cId="2500379591" sldId="280"/>
            <ac:spMk id="2" creationId="{F2958E66-C06E-4248-9D01-FC752A8C9597}"/>
          </ac:spMkLst>
        </pc:spChg>
        <pc:spChg chg="mod">
          <ac:chgData name="Usman Shahzad" userId="b29716b6-ea3c-4e66-9f8d-07d77863369a" providerId="ADAL" clId="{0E2D40E9-9299-48CF-A889-7ACA2E8B9A3B}" dt="2022-01-11T20:04:37.234" v="1430" actId="403"/>
          <ac:spMkLst>
            <pc:docMk/>
            <pc:sldMk cId="2500379591" sldId="280"/>
            <ac:spMk id="3" creationId="{8F710FE5-533D-4017-99BE-BB1BBDE95F44}"/>
          </ac:spMkLst>
        </pc:spChg>
        <pc:spChg chg="add">
          <ac:chgData name="Usman Shahzad" userId="b29716b6-ea3c-4e66-9f8d-07d77863369a" providerId="ADAL" clId="{0E2D40E9-9299-48CF-A889-7ACA2E8B9A3B}" dt="2022-01-11T20:04:18.455" v="1422" actId="26606"/>
          <ac:spMkLst>
            <pc:docMk/>
            <pc:sldMk cId="2500379591" sldId="280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4:18.455" v="1422" actId="26606"/>
          <ac:spMkLst>
            <pc:docMk/>
            <pc:sldMk cId="2500379591" sldId="280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4:18.455" v="1422" actId="26606"/>
          <ac:spMkLst>
            <pc:docMk/>
            <pc:sldMk cId="2500379591" sldId="280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4:18.455" v="1422" actId="26606"/>
          <ac:spMkLst>
            <pc:docMk/>
            <pc:sldMk cId="2500379591" sldId="280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4:18.455" v="1422" actId="26606"/>
          <ac:spMkLst>
            <pc:docMk/>
            <pc:sldMk cId="2500379591" sldId="280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4:43.119" v="1433" actId="403"/>
        <pc:sldMkLst>
          <pc:docMk/>
          <pc:sldMk cId="2455971106" sldId="281"/>
        </pc:sldMkLst>
        <pc:spChg chg="mod">
          <ac:chgData name="Usman Shahzad" userId="b29716b6-ea3c-4e66-9f8d-07d77863369a" providerId="ADAL" clId="{0E2D40E9-9299-48CF-A889-7ACA2E8B9A3B}" dt="2022-01-11T20:04:24.462" v="1423" actId="26606"/>
          <ac:spMkLst>
            <pc:docMk/>
            <pc:sldMk cId="2455971106" sldId="281"/>
            <ac:spMk id="2" creationId="{9E2FF48E-2794-4A2A-AA53-35CE27A8F132}"/>
          </ac:spMkLst>
        </pc:spChg>
        <pc:spChg chg="mod">
          <ac:chgData name="Usman Shahzad" userId="b29716b6-ea3c-4e66-9f8d-07d77863369a" providerId="ADAL" clId="{0E2D40E9-9299-48CF-A889-7ACA2E8B9A3B}" dt="2022-01-11T20:04:43.119" v="1433" actId="403"/>
          <ac:spMkLst>
            <pc:docMk/>
            <pc:sldMk cId="2455971106" sldId="281"/>
            <ac:spMk id="3" creationId="{74025181-9377-43E9-98FE-FCE43DC0C2B4}"/>
          </ac:spMkLst>
        </pc:spChg>
        <pc:spChg chg="add">
          <ac:chgData name="Usman Shahzad" userId="b29716b6-ea3c-4e66-9f8d-07d77863369a" providerId="ADAL" clId="{0E2D40E9-9299-48CF-A889-7ACA2E8B9A3B}" dt="2022-01-11T20:04:24.462" v="1423" actId="26606"/>
          <ac:spMkLst>
            <pc:docMk/>
            <pc:sldMk cId="2455971106" sldId="281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4:24.462" v="1423" actId="26606"/>
          <ac:spMkLst>
            <pc:docMk/>
            <pc:sldMk cId="2455971106" sldId="281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4:24.462" v="1423" actId="26606"/>
          <ac:spMkLst>
            <pc:docMk/>
            <pc:sldMk cId="2455971106" sldId="281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4:24.462" v="1423" actId="26606"/>
          <ac:spMkLst>
            <pc:docMk/>
            <pc:sldMk cId="2455971106" sldId="281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4:24.462" v="1423" actId="26606"/>
          <ac:spMkLst>
            <pc:docMk/>
            <pc:sldMk cId="2455971106" sldId="281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4:52.110" v="1436" actId="403"/>
        <pc:sldMkLst>
          <pc:docMk/>
          <pc:sldMk cId="2532639789" sldId="282"/>
        </pc:sldMkLst>
        <pc:spChg chg="mod">
          <ac:chgData name="Usman Shahzad" userId="b29716b6-ea3c-4e66-9f8d-07d77863369a" providerId="ADAL" clId="{0E2D40E9-9299-48CF-A889-7ACA2E8B9A3B}" dt="2022-01-11T20:04:48.270" v="1434" actId="26606"/>
          <ac:spMkLst>
            <pc:docMk/>
            <pc:sldMk cId="2532639789" sldId="282"/>
            <ac:spMk id="2" creationId="{A885CA1E-D972-4606-9280-E5A9EE1F020E}"/>
          </ac:spMkLst>
        </pc:spChg>
        <pc:spChg chg="mod">
          <ac:chgData name="Usman Shahzad" userId="b29716b6-ea3c-4e66-9f8d-07d77863369a" providerId="ADAL" clId="{0E2D40E9-9299-48CF-A889-7ACA2E8B9A3B}" dt="2022-01-11T20:04:52.110" v="1436" actId="403"/>
          <ac:spMkLst>
            <pc:docMk/>
            <pc:sldMk cId="2532639789" sldId="282"/>
            <ac:spMk id="3" creationId="{8DE699E6-1910-46D7-828A-0B511EB31CAD}"/>
          </ac:spMkLst>
        </pc:spChg>
        <pc:spChg chg="add">
          <ac:chgData name="Usman Shahzad" userId="b29716b6-ea3c-4e66-9f8d-07d77863369a" providerId="ADAL" clId="{0E2D40E9-9299-48CF-A889-7ACA2E8B9A3B}" dt="2022-01-11T20:04:48.270" v="1434" actId="26606"/>
          <ac:spMkLst>
            <pc:docMk/>
            <pc:sldMk cId="2532639789" sldId="282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4:48.270" v="1434" actId="26606"/>
          <ac:spMkLst>
            <pc:docMk/>
            <pc:sldMk cId="2532639789" sldId="282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4:48.270" v="1434" actId="26606"/>
          <ac:spMkLst>
            <pc:docMk/>
            <pc:sldMk cId="2532639789" sldId="282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4:48.270" v="1434" actId="26606"/>
          <ac:spMkLst>
            <pc:docMk/>
            <pc:sldMk cId="2532639789" sldId="282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4:48.270" v="1434" actId="26606"/>
          <ac:spMkLst>
            <pc:docMk/>
            <pc:sldMk cId="2532639789" sldId="282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5:02.548" v="1439" actId="403"/>
        <pc:sldMkLst>
          <pc:docMk/>
          <pc:sldMk cId="1441468573" sldId="283"/>
        </pc:sldMkLst>
        <pc:spChg chg="mod">
          <ac:chgData name="Usman Shahzad" userId="b29716b6-ea3c-4e66-9f8d-07d77863369a" providerId="ADAL" clId="{0E2D40E9-9299-48CF-A889-7ACA2E8B9A3B}" dt="2022-01-11T20:04:59.051" v="1437" actId="26606"/>
          <ac:spMkLst>
            <pc:docMk/>
            <pc:sldMk cId="1441468573" sldId="283"/>
            <ac:spMk id="2" creationId="{151D29BF-CF32-40D6-B32B-6AB40E563DCD}"/>
          </ac:spMkLst>
        </pc:spChg>
        <pc:spChg chg="mod">
          <ac:chgData name="Usman Shahzad" userId="b29716b6-ea3c-4e66-9f8d-07d77863369a" providerId="ADAL" clId="{0E2D40E9-9299-48CF-A889-7ACA2E8B9A3B}" dt="2022-01-11T20:05:02.548" v="1439" actId="403"/>
          <ac:spMkLst>
            <pc:docMk/>
            <pc:sldMk cId="1441468573" sldId="283"/>
            <ac:spMk id="3" creationId="{A1727790-0872-4559-90B1-9CD02CE247F4}"/>
          </ac:spMkLst>
        </pc:spChg>
        <pc:spChg chg="add">
          <ac:chgData name="Usman Shahzad" userId="b29716b6-ea3c-4e66-9f8d-07d77863369a" providerId="ADAL" clId="{0E2D40E9-9299-48CF-A889-7ACA2E8B9A3B}" dt="2022-01-11T20:04:59.051" v="1437" actId="26606"/>
          <ac:spMkLst>
            <pc:docMk/>
            <pc:sldMk cId="1441468573" sldId="283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4:59.051" v="1437" actId="26606"/>
          <ac:spMkLst>
            <pc:docMk/>
            <pc:sldMk cId="1441468573" sldId="283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4:59.051" v="1437" actId="26606"/>
          <ac:spMkLst>
            <pc:docMk/>
            <pc:sldMk cId="1441468573" sldId="283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4:59.051" v="1437" actId="26606"/>
          <ac:spMkLst>
            <pc:docMk/>
            <pc:sldMk cId="1441468573" sldId="283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4:59.051" v="1437" actId="26606"/>
          <ac:spMkLst>
            <pc:docMk/>
            <pc:sldMk cId="1441468573" sldId="283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5:16.504" v="1442" actId="403"/>
        <pc:sldMkLst>
          <pc:docMk/>
          <pc:sldMk cId="1100380513" sldId="284"/>
        </pc:sldMkLst>
        <pc:spChg chg="mod">
          <ac:chgData name="Usman Shahzad" userId="b29716b6-ea3c-4e66-9f8d-07d77863369a" providerId="ADAL" clId="{0E2D40E9-9299-48CF-A889-7ACA2E8B9A3B}" dt="2022-01-11T20:05:12.222" v="1440" actId="26606"/>
          <ac:spMkLst>
            <pc:docMk/>
            <pc:sldMk cId="1100380513" sldId="284"/>
            <ac:spMk id="2" creationId="{E46124AA-B5C3-431B-AE48-29065047DB8F}"/>
          </ac:spMkLst>
        </pc:spChg>
        <pc:spChg chg="mod">
          <ac:chgData name="Usman Shahzad" userId="b29716b6-ea3c-4e66-9f8d-07d77863369a" providerId="ADAL" clId="{0E2D40E9-9299-48CF-A889-7ACA2E8B9A3B}" dt="2022-01-11T20:05:16.504" v="1442" actId="403"/>
          <ac:spMkLst>
            <pc:docMk/>
            <pc:sldMk cId="1100380513" sldId="284"/>
            <ac:spMk id="3" creationId="{E2821FE1-FC4F-4F16-A21D-BAF53B400ADE}"/>
          </ac:spMkLst>
        </pc:spChg>
        <pc:spChg chg="add">
          <ac:chgData name="Usman Shahzad" userId="b29716b6-ea3c-4e66-9f8d-07d77863369a" providerId="ADAL" clId="{0E2D40E9-9299-48CF-A889-7ACA2E8B9A3B}" dt="2022-01-11T20:05:12.222" v="1440" actId="26606"/>
          <ac:spMkLst>
            <pc:docMk/>
            <pc:sldMk cId="1100380513" sldId="284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5:12.222" v="1440" actId="26606"/>
          <ac:spMkLst>
            <pc:docMk/>
            <pc:sldMk cId="1100380513" sldId="284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5:12.222" v="1440" actId="26606"/>
          <ac:spMkLst>
            <pc:docMk/>
            <pc:sldMk cId="1100380513" sldId="284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5:12.222" v="1440" actId="26606"/>
          <ac:spMkLst>
            <pc:docMk/>
            <pc:sldMk cId="1100380513" sldId="284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5:12.222" v="1440" actId="26606"/>
          <ac:spMkLst>
            <pc:docMk/>
            <pc:sldMk cId="1100380513" sldId="284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05:24.695" v="1446" actId="27636"/>
        <pc:sldMkLst>
          <pc:docMk/>
          <pc:sldMk cId="1695447137" sldId="285"/>
        </pc:sldMkLst>
        <pc:spChg chg="mod">
          <ac:chgData name="Usman Shahzad" userId="b29716b6-ea3c-4e66-9f8d-07d77863369a" providerId="ADAL" clId="{0E2D40E9-9299-48CF-A889-7ACA2E8B9A3B}" dt="2022-01-11T20:05:21.106" v="1443" actId="26606"/>
          <ac:spMkLst>
            <pc:docMk/>
            <pc:sldMk cId="1695447137" sldId="285"/>
            <ac:spMk id="2" creationId="{EAB332FA-842D-4327-BF0E-D66882BBA166}"/>
          </ac:spMkLst>
        </pc:spChg>
        <pc:spChg chg="mod">
          <ac:chgData name="Usman Shahzad" userId="b29716b6-ea3c-4e66-9f8d-07d77863369a" providerId="ADAL" clId="{0E2D40E9-9299-48CF-A889-7ACA2E8B9A3B}" dt="2022-01-11T20:05:24.695" v="1446" actId="27636"/>
          <ac:spMkLst>
            <pc:docMk/>
            <pc:sldMk cId="1695447137" sldId="285"/>
            <ac:spMk id="3" creationId="{B7E16993-8E60-4B70-A5DC-EDA76D9E230D}"/>
          </ac:spMkLst>
        </pc:spChg>
        <pc:spChg chg="add">
          <ac:chgData name="Usman Shahzad" userId="b29716b6-ea3c-4e66-9f8d-07d77863369a" providerId="ADAL" clId="{0E2D40E9-9299-48CF-A889-7ACA2E8B9A3B}" dt="2022-01-11T20:05:21.106" v="1443" actId="26606"/>
          <ac:spMkLst>
            <pc:docMk/>
            <pc:sldMk cId="1695447137" sldId="285"/>
            <ac:spMk id="8" creationId="{1B15ED52-F352-441B-82BF-E0EA34836D08}"/>
          </ac:spMkLst>
        </pc:spChg>
        <pc:spChg chg="add">
          <ac:chgData name="Usman Shahzad" userId="b29716b6-ea3c-4e66-9f8d-07d77863369a" providerId="ADAL" clId="{0E2D40E9-9299-48CF-A889-7ACA2E8B9A3B}" dt="2022-01-11T20:05:21.106" v="1443" actId="26606"/>
          <ac:spMkLst>
            <pc:docMk/>
            <pc:sldMk cId="1695447137" sldId="285"/>
            <ac:spMk id="10" creationId="{3B2E3793-BFE6-45A2-9B7B-E18844431C99}"/>
          </ac:spMkLst>
        </pc:spChg>
        <pc:spChg chg="add">
          <ac:chgData name="Usman Shahzad" userId="b29716b6-ea3c-4e66-9f8d-07d77863369a" providerId="ADAL" clId="{0E2D40E9-9299-48CF-A889-7ACA2E8B9A3B}" dt="2022-01-11T20:05:21.106" v="1443" actId="26606"/>
          <ac:spMkLst>
            <pc:docMk/>
            <pc:sldMk cId="1695447137" sldId="285"/>
            <ac:spMk id="12" creationId="{BC4C4868-CB8F-4AF9-9CDB-8108F2C19B67}"/>
          </ac:spMkLst>
        </pc:spChg>
        <pc:spChg chg="add">
          <ac:chgData name="Usman Shahzad" userId="b29716b6-ea3c-4e66-9f8d-07d77863369a" providerId="ADAL" clId="{0E2D40E9-9299-48CF-A889-7ACA2E8B9A3B}" dt="2022-01-11T20:05:21.106" v="1443" actId="26606"/>
          <ac:spMkLst>
            <pc:docMk/>
            <pc:sldMk cId="1695447137" sldId="285"/>
            <ac:spMk id="14" creationId="{375E0459-6403-40CD-989D-56A4407CA12E}"/>
          </ac:spMkLst>
        </pc:spChg>
        <pc:spChg chg="add">
          <ac:chgData name="Usman Shahzad" userId="b29716b6-ea3c-4e66-9f8d-07d77863369a" providerId="ADAL" clId="{0E2D40E9-9299-48CF-A889-7ACA2E8B9A3B}" dt="2022-01-11T20:05:21.106" v="1443" actId="26606"/>
          <ac:spMkLst>
            <pc:docMk/>
            <pc:sldMk cId="1695447137" sldId="285"/>
            <ac:spMk id="16" creationId="{53E5B1A8-3AC9-4BD1-9BBC-78CA94F2D1BA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5:46.864" v="1518" actId="403"/>
        <pc:sldMkLst>
          <pc:docMk/>
          <pc:sldMk cId="4159105443" sldId="286"/>
        </pc:sldMkLst>
        <pc:spChg chg="mod">
          <ac:chgData name="Usman Shahzad" userId="b29716b6-ea3c-4e66-9f8d-07d77863369a" providerId="ADAL" clId="{0E2D40E9-9299-48CF-A889-7ACA2E8B9A3B}" dt="2022-01-11T20:15:42.650" v="1517" actId="26606"/>
          <ac:spMkLst>
            <pc:docMk/>
            <pc:sldMk cId="4159105443" sldId="286"/>
            <ac:spMk id="2" creationId="{D3D87134-3B68-4774-999F-6D3316AE9E2C}"/>
          </ac:spMkLst>
        </pc:spChg>
        <pc:spChg chg="mod">
          <ac:chgData name="Usman Shahzad" userId="b29716b6-ea3c-4e66-9f8d-07d77863369a" providerId="ADAL" clId="{0E2D40E9-9299-48CF-A889-7ACA2E8B9A3B}" dt="2022-01-11T20:15:46.864" v="1518" actId="403"/>
          <ac:spMkLst>
            <pc:docMk/>
            <pc:sldMk cId="4159105443" sldId="286"/>
            <ac:spMk id="3" creationId="{46A57D74-09A4-43C9-ACD9-7629A29A55A6}"/>
          </ac:spMkLst>
        </pc:spChg>
        <pc:spChg chg="add">
          <ac:chgData name="Usman Shahzad" userId="b29716b6-ea3c-4e66-9f8d-07d77863369a" providerId="ADAL" clId="{0E2D40E9-9299-48CF-A889-7ACA2E8B9A3B}" dt="2022-01-11T20:15:42.650" v="1517" actId="26606"/>
          <ac:spMkLst>
            <pc:docMk/>
            <pc:sldMk cId="4159105443" sldId="286"/>
            <ac:spMk id="8" creationId="{B34F5AD2-EDBD-4BBD-A55C-EAFFD0C7097A}"/>
          </ac:spMkLst>
        </pc:spChg>
        <pc:spChg chg="add">
          <ac:chgData name="Usman Shahzad" userId="b29716b6-ea3c-4e66-9f8d-07d77863369a" providerId="ADAL" clId="{0E2D40E9-9299-48CF-A889-7ACA2E8B9A3B}" dt="2022-01-11T20:15:42.650" v="1517" actId="26606"/>
          <ac:spMkLst>
            <pc:docMk/>
            <pc:sldMk cId="4159105443" sldId="286"/>
            <ac:spMk id="10" creationId="{C3896A03-3945-419A-B66B-4EE266EDD152}"/>
          </ac:spMkLst>
        </pc:spChg>
        <pc:spChg chg="add">
          <ac:chgData name="Usman Shahzad" userId="b29716b6-ea3c-4e66-9f8d-07d77863369a" providerId="ADAL" clId="{0E2D40E9-9299-48CF-A889-7ACA2E8B9A3B}" dt="2022-01-11T20:15:42.650" v="1517" actId="26606"/>
          <ac:spMkLst>
            <pc:docMk/>
            <pc:sldMk cId="4159105443" sldId="286"/>
            <ac:spMk id="12" creationId="{B8EAE243-3A9F-4A46-B0D9-04C723A8A1BD}"/>
          </ac:spMkLst>
        </pc:spChg>
      </pc:sldChg>
      <pc:sldChg chg="addSp delSp modSp new mod setBg">
        <pc:chgData name="Usman Shahzad" userId="b29716b6-ea3c-4e66-9f8d-07d77863369a" providerId="ADAL" clId="{0E2D40E9-9299-48CF-A889-7ACA2E8B9A3B}" dt="2022-01-11T20:09:11.880" v="1453" actId="26606"/>
        <pc:sldMkLst>
          <pc:docMk/>
          <pc:sldMk cId="2529520177" sldId="287"/>
        </pc:sldMkLst>
        <pc:spChg chg="mod">
          <ac:chgData name="Usman Shahzad" userId="b29716b6-ea3c-4e66-9f8d-07d77863369a" providerId="ADAL" clId="{0E2D40E9-9299-48CF-A889-7ACA2E8B9A3B}" dt="2022-01-11T20:09:11.880" v="1453" actId="26606"/>
          <ac:spMkLst>
            <pc:docMk/>
            <pc:sldMk cId="2529520177" sldId="287"/>
            <ac:spMk id="2" creationId="{DE80A46D-0A6B-4554-A3A6-06DEA9578335}"/>
          </ac:spMkLst>
        </pc:spChg>
        <pc:spChg chg="del mod">
          <ac:chgData name="Usman Shahzad" userId="b29716b6-ea3c-4e66-9f8d-07d77863369a" providerId="ADAL" clId="{0E2D40E9-9299-48CF-A889-7ACA2E8B9A3B}" dt="2022-01-11T20:09:11.880" v="1453" actId="26606"/>
          <ac:spMkLst>
            <pc:docMk/>
            <pc:sldMk cId="2529520177" sldId="287"/>
            <ac:spMk id="3" creationId="{97699FED-07D0-476F-B81A-B31AF47F6A66}"/>
          </ac:spMkLst>
        </pc:spChg>
        <pc:spChg chg="add">
          <ac:chgData name="Usman Shahzad" userId="b29716b6-ea3c-4e66-9f8d-07d77863369a" providerId="ADAL" clId="{0E2D40E9-9299-48CF-A889-7ACA2E8B9A3B}" dt="2022-01-11T20:09:11.880" v="1453" actId="26606"/>
          <ac:spMkLst>
            <pc:docMk/>
            <pc:sldMk cId="2529520177" sldId="287"/>
            <ac:spMk id="9" creationId="{BACC6370-2D7E-4714-9D71-7542949D7D5D}"/>
          </ac:spMkLst>
        </pc:spChg>
        <pc:spChg chg="add">
          <ac:chgData name="Usman Shahzad" userId="b29716b6-ea3c-4e66-9f8d-07d77863369a" providerId="ADAL" clId="{0E2D40E9-9299-48CF-A889-7ACA2E8B9A3B}" dt="2022-01-11T20:09:11.880" v="1453" actId="26606"/>
          <ac:spMkLst>
            <pc:docMk/>
            <pc:sldMk cId="2529520177" sldId="287"/>
            <ac:spMk id="11" creationId="{F68B3F68-107C-434F-AA38-110D5EA91B85}"/>
          </ac:spMkLst>
        </pc:spChg>
        <pc:spChg chg="add">
          <ac:chgData name="Usman Shahzad" userId="b29716b6-ea3c-4e66-9f8d-07d77863369a" providerId="ADAL" clId="{0E2D40E9-9299-48CF-A889-7ACA2E8B9A3B}" dt="2022-01-11T20:09:11.880" v="1453" actId="26606"/>
          <ac:spMkLst>
            <pc:docMk/>
            <pc:sldMk cId="2529520177" sldId="287"/>
            <ac:spMk id="13" creationId="{AAD0DBB9-1A4B-4391-81D4-CB19F9AB918A}"/>
          </ac:spMkLst>
        </pc:spChg>
        <pc:spChg chg="add">
          <ac:chgData name="Usman Shahzad" userId="b29716b6-ea3c-4e66-9f8d-07d77863369a" providerId="ADAL" clId="{0E2D40E9-9299-48CF-A889-7ACA2E8B9A3B}" dt="2022-01-11T20:09:11.880" v="1453" actId="26606"/>
          <ac:spMkLst>
            <pc:docMk/>
            <pc:sldMk cId="2529520177" sldId="287"/>
            <ac:spMk id="15" creationId="{063BBA22-50EA-4C4D-BE05-F1CE4E63AA56}"/>
          </ac:spMkLst>
        </pc:spChg>
        <pc:graphicFrameChg chg="add">
          <ac:chgData name="Usman Shahzad" userId="b29716b6-ea3c-4e66-9f8d-07d77863369a" providerId="ADAL" clId="{0E2D40E9-9299-48CF-A889-7ACA2E8B9A3B}" dt="2022-01-11T20:09:11.880" v="1453" actId="26606"/>
          <ac:graphicFrameMkLst>
            <pc:docMk/>
            <pc:sldMk cId="2529520177" sldId="287"/>
            <ac:graphicFrameMk id="5" creationId="{F0ADA117-3600-434A-A453-597806347DE3}"/>
          </ac:graphicFrameMkLst>
        </pc:graphicFrameChg>
      </pc:sldChg>
      <pc:sldChg chg="addSp delSp modSp new mod setBg">
        <pc:chgData name="Usman Shahzad" userId="b29716b6-ea3c-4e66-9f8d-07d77863369a" providerId="ADAL" clId="{0E2D40E9-9299-48CF-A889-7ACA2E8B9A3B}" dt="2022-01-11T20:12:50.134" v="1461" actId="27636"/>
        <pc:sldMkLst>
          <pc:docMk/>
          <pc:sldMk cId="1315312624" sldId="288"/>
        </pc:sldMkLst>
        <pc:spChg chg="mod">
          <ac:chgData name="Usman Shahzad" userId="b29716b6-ea3c-4e66-9f8d-07d77863369a" providerId="ADAL" clId="{0E2D40E9-9299-48CF-A889-7ACA2E8B9A3B}" dt="2022-01-11T20:12:44.099" v="1459" actId="26606"/>
          <ac:spMkLst>
            <pc:docMk/>
            <pc:sldMk cId="1315312624" sldId="288"/>
            <ac:spMk id="2" creationId="{FA6CE88F-D47F-435B-93A0-D83EE9339BEF}"/>
          </ac:spMkLst>
        </pc:spChg>
        <pc:spChg chg="mod">
          <ac:chgData name="Usman Shahzad" userId="b29716b6-ea3c-4e66-9f8d-07d77863369a" providerId="ADAL" clId="{0E2D40E9-9299-48CF-A889-7ACA2E8B9A3B}" dt="2022-01-11T20:12:50.134" v="1461" actId="27636"/>
          <ac:spMkLst>
            <pc:docMk/>
            <pc:sldMk cId="1315312624" sldId="288"/>
            <ac:spMk id="3" creationId="{6B843D65-474A-4B3E-8178-43CCB94247F2}"/>
          </ac:spMkLst>
        </pc:spChg>
        <pc:spChg chg="add del">
          <ac:chgData name="Usman Shahzad" userId="b29716b6-ea3c-4e66-9f8d-07d77863369a" providerId="ADAL" clId="{0E2D40E9-9299-48CF-A889-7ACA2E8B9A3B}" dt="2022-01-11T20:12:44.084" v="1458" actId="26606"/>
          <ac:spMkLst>
            <pc:docMk/>
            <pc:sldMk cId="1315312624" sldId="288"/>
            <ac:spMk id="8" creationId="{87A57295-2710-4920-B99A-4D1FA03A62BD}"/>
          </ac:spMkLst>
        </pc:spChg>
        <pc:spChg chg="add del">
          <ac:chgData name="Usman Shahzad" userId="b29716b6-ea3c-4e66-9f8d-07d77863369a" providerId="ADAL" clId="{0E2D40E9-9299-48CF-A889-7ACA2E8B9A3B}" dt="2022-01-11T20:12:44.084" v="1458" actId="26606"/>
          <ac:spMkLst>
            <pc:docMk/>
            <pc:sldMk cId="1315312624" sldId="288"/>
            <ac:spMk id="10" creationId="{78067929-4D33-4306-9E2F-67C49CDDB5DE}"/>
          </ac:spMkLst>
        </pc:spChg>
        <pc:spChg chg="add">
          <ac:chgData name="Usman Shahzad" userId="b29716b6-ea3c-4e66-9f8d-07d77863369a" providerId="ADAL" clId="{0E2D40E9-9299-48CF-A889-7ACA2E8B9A3B}" dt="2022-01-11T20:12:44.099" v="1459" actId="26606"/>
          <ac:spMkLst>
            <pc:docMk/>
            <pc:sldMk cId="1315312624" sldId="288"/>
            <ac:spMk id="14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2:44.099" v="1459" actId="26606"/>
          <ac:spMkLst>
            <pc:docMk/>
            <pc:sldMk cId="1315312624" sldId="288"/>
            <ac:spMk id="15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2:44.099" v="1459" actId="26606"/>
          <ac:spMkLst>
            <pc:docMk/>
            <pc:sldMk cId="1315312624" sldId="288"/>
            <ac:spMk id="16" creationId="{450D3AD2-FA80-415F-A9CE-54D884561CD7}"/>
          </ac:spMkLst>
        </pc:spChg>
        <pc:cxnChg chg="add del">
          <ac:chgData name="Usman Shahzad" userId="b29716b6-ea3c-4e66-9f8d-07d77863369a" providerId="ADAL" clId="{0E2D40E9-9299-48CF-A889-7ACA2E8B9A3B}" dt="2022-01-11T20:12:44.084" v="1458" actId="26606"/>
          <ac:cxnSpMkLst>
            <pc:docMk/>
            <pc:sldMk cId="1315312624" sldId="288"/>
            <ac:cxnSpMk id="12" creationId="{2D72A2C9-F3CA-4216-8BAD-FA4C970C3C4E}"/>
          </ac:cxnSpMkLst>
        </pc:cxnChg>
      </pc:sldChg>
      <pc:sldChg chg="addSp delSp modSp new mod setBg addAnim">
        <pc:chgData name="Usman Shahzad" userId="b29716b6-ea3c-4e66-9f8d-07d77863369a" providerId="ADAL" clId="{0E2D40E9-9299-48CF-A889-7ACA2E8B9A3B}" dt="2022-01-10T16:53:20.496" v="479"/>
        <pc:sldMkLst>
          <pc:docMk/>
          <pc:sldMk cId="3432290807" sldId="289"/>
        </pc:sldMkLst>
        <pc:spChg chg="mod">
          <ac:chgData name="Usman Shahzad" userId="b29716b6-ea3c-4e66-9f8d-07d77863369a" providerId="ADAL" clId="{0E2D40E9-9299-48CF-A889-7ACA2E8B9A3B}" dt="2022-01-10T16:52:40.515" v="477" actId="26606"/>
          <ac:spMkLst>
            <pc:docMk/>
            <pc:sldMk cId="3432290807" sldId="289"/>
            <ac:spMk id="2" creationId="{8EE9CA74-AFEA-4AF2-B00F-DFFEC51731D1}"/>
          </ac:spMkLst>
        </pc:spChg>
        <pc:spChg chg="del">
          <ac:chgData name="Usman Shahzad" userId="b29716b6-ea3c-4e66-9f8d-07d77863369a" providerId="ADAL" clId="{0E2D40E9-9299-48CF-A889-7ACA2E8B9A3B}" dt="2022-01-10T16:51:34.279" v="462" actId="478"/>
          <ac:spMkLst>
            <pc:docMk/>
            <pc:sldMk cId="3432290807" sldId="289"/>
            <ac:spMk id="3" creationId="{25533AB8-F35B-4787-BD12-6DE770252AAA}"/>
          </ac:spMkLst>
        </pc:spChg>
        <pc:spChg chg="add del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7" creationId="{49F388DC-C47F-4048-9B69-F1644A2A1610}"/>
          </ac:spMkLst>
        </pc:spChg>
        <pc:spChg chg="add del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9" creationId="{422C035D-D3AD-4301-A1B5-D4C91E3C5855}"/>
          </ac:spMkLst>
        </pc:spChg>
        <pc:spChg chg="add del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11" creationId="{C9957036-C837-4C4C-BBF0-4A0EC52AE1E1}"/>
          </ac:spMkLst>
        </pc:spChg>
        <pc:spChg chg="add del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13" creationId="{98C1887B-FB03-4296-8352-8CFA0080FC24}"/>
          </ac:spMkLst>
        </pc:spChg>
        <pc:spChg chg="add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18" creationId="{49F388DC-C47F-4048-9B69-F1644A2A1610}"/>
          </ac:spMkLst>
        </pc:spChg>
        <pc:spChg chg="add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20" creationId="{422C035D-D3AD-4301-A1B5-D4C91E3C5855}"/>
          </ac:spMkLst>
        </pc:spChg>
        <pc:spChg chg="add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22" creationId="{C9957036-C837-4C4C-BBF0-4A0EC52AE1E1}"/>
          </ac:spMkLst>
        </pc:spChg>
        <pc:spChg chg="add">
          <ac:chgData name="Usman Shahzad" userId="b29716b6-ea3c-4e66-9f8d-07d77863369a" providerId="ADAL" clId="{0E2D40E9-9299-48CF-A889-7ACA2E8B9A3B}" dt="2022-01-10T16:53:20.494" v="478" actId="26606"/>
          <ac:spMkLst>
            <pc:docMk/>
            <pc:sldMk cId="3432290807" sldId="289"/>
            <ac:spMk id="24" creationId="{98C1887B-FB03-4296-8352-8CFA0080FC24}"/>
          </ac:spMkLst>
        </pc:spChg>
      </pc:sldChg>
      <pc:sldChg chg="addSp delSp modSp new mod setBg">
        <pc:chgData name="Usman Shahzad" userId="b29716b6-ea3c-4e66-9f8d-07d77863369a" providerId="ADAL" clId="{0E2D40E9-9299-48CF-A889-7ACA2E8B9A3B}" dt="2022-01-10T17:17:32.988" v="557" actId="26606"/>
        <pc:sldMkLst>
          <pc:docMk/>
          <pc:sldMk cId="4036438470" sldId="290"/>
        </pc:sldMkLst>
        <pc:spChg chg="mod">
          <ac:chgData name="Usman Shahzad" userId="b29716b6-ea3c-4e66-9f8d-07d77863369a" providerId="ADAL" clId="{0E2D40E9-9299-48CF-A889-7ACA2E8B9A3B}" dt="2022-01-10T17:17:32.988" v="557" actId="26606"/>
          <ac:spMkLst>
            <pc:docMk/>
            <pc:sldMk cId="4036438470" sldId="290"/>
            <ac:spMk id="2" creationId="{4453EB6A-A509-44B3-B724-8E55B2558C30}"/>
          </ac:spMkLst>
        </pc:spChg>
        <pc:spChg chg="del">
          <ac:chgData name="Usman Shahzad" userId="b29716b6-ea3c-4e66-9f8d-07d77863369a" providerId="ADAL" clId="{0E2D40E9-9299-48CF-A889-7ACA2E8B9A3B}" dt="2022-01-10T17:15:28.890" v="545" actId="931"/>
          <ac:spMkLst>
            <pc:docMk/>
            <pc:sldMk cId="4036438470" sldId="290"/>
            <ac:spMk id="3" creationId="{89592411-26B2-4AC8-B3CC-0FC1746B4F4E}"/>
          </ac:spMkLst>
        </pc:spChg>
        <pc:spChg chg="add">
          <ac:chgData name="Usman Shahzad" userId="b29716b6-ea3c-4e66-9f8d-07d77863369a" providerId="ADAL" clId="{0E2D40E9-9299-48CF-A889-7ACA2E8B9A3B}" dt="2022-01-10T17:17:32.988" v="557" actId="26606"/>
          <ac:spMkLst>
            <pc:docMk/>
            <pc:sldMk cId="4036438470" sldId="290"/>
            <ac:spMk id="12" creationId="{823AC064-BC96-4F32-8AE1-B2FD38754823}"/>
          </ac:spMkLst>
        </pc:spChg>
        <pc:picChg chg="add mod ord">
          <ac:chgData name="Usman Shahzad" userId="b29716b6-ea3c-4e66-9f8d-07d77863369a" providerId="ADAL" clId="{0E2D40E9-9299-48CF-A889-7ACA2E8B9A3B}" dt="2022-01-10T17:17:32.988" v="557" actId="26606"/>
          <ac:picMkLst>
            <pc:docMk/>
            <pc:sldMk cId="4036438470" sldId="290"/>
            <ac:picMk id="5" creationId="{BFB62422-E464-425B-B970-90F659DED3C3}"/>
          </ac:picMkLst>
        </pc:picChg>
        <pc:picChg chg="add mod">
          <ac:chgData name="Usman Shahzad" userId="b29716b6-ea3c-4e66-9f8d-07d77863369a" providerId="ADAL" clId="{0E2D40E9-9299-48CF-A889-7ACA2E8B9A3B}" dt="2022-01-10T17:17:32.988" v="557" actId="26606"/>
          <ac:picMkLst>
            <pc:docMk/>
            <pc:sldMk cId="4036438470" sldId="290"/>
            <ac:picMk id="7" creationId="{41945619-2505-4143-BAD1-C4A10BC57485}"/>
          </ac:picMkLst>
        </pc:picChg>
        <pc:cxnChg chg="add">
          <ac:chgData name="Usman Shahzad" userId="b29716b6-ea3c-4e66-9f8d-07d77863369a" providerId="ADAL" clId="{0E2D40E9-9299-48CF-A889-7ACA2E8B9A3B}" dt="2022-01-10T17:17:32.988" v="557" actId="26606"/>
          <ac:cxnSpMkLst>
            <pc:docMk/>
            <pc:sldMk cId="4036438470" sldId="290"/>
            <ac:cxnSpMk id="14" creationId="{7E7C77BC-7138-40B1-A15B-20F57A494629}"/>
          </ac:cxnSpMkLst>
        </pc:cxnChg>
        <pc:cxnChg chg="add">
          <ac:chgData name="Usman Shahzad" userId="b29716b6-ea3c-4e66-9f8d-07d77863369a" providerId="ADAL" clId="{0E2D40E9-9299-48CF-A889-7ACA2E8B9A3B}" dt="2022-01-10T17:17:32.988" v="557" actId="26606"/>
          <ac:cxnSpMkLst>
            <pc:docMk/>
            <pc:sldMk cId="4036438470" sldId="290"/>
            <ac:cxnSpMk id="16" creationId="{DB146403-F3D6-484B-B2ED-97F9565D0370}"/>
          </ac:cxnSpMkLst>
        </pc:cxnChg>
      </pc:sldChg>
      <pc:sldChg chg="addSp modSp new mod setBg">
        <pc:chgData name="Usman Shahzad" userId="b29716b6-ea3c-4e66-9f8d-07d77863369a" providerId="ADAL" clId="{0E2D40E9-9299-48CF-A889-7ACA2E8B9A3B}" dt="2022-01-11T20:13:02.552" v="1467" actId="403"/>
        <pc:sldMkLst>
          <pc:docMk/>
          <pc:sldMk cId="2546699546" sldId="291"/>
        </pc:sldMkLst>
        <pc:spChg chg="mod">
          <ac:chgData name="Usman Shahzad" userId="b29716b6-ea3c-4e66-9f8d-07d77863369a" providerId="ADAL" clId="{0E2D40E9-9299-48CF-A889-7ACA2E8B9A3B}" dt="2022-01-11T20:12:56.836" v="1462" actId="26606"/>
          <ac:spMkLst>
            <pc:docMk/>
            <pc:sldMk cId="2546699546" sldId="291"/>
            <ac:spMk id="2" creationId="{5E18E7B3-75B5-472B-9A15-1C8B52D90B23}"/>
          </ac:spMkLst>
        </pc:spChg>
        <pc:spChg chg="mod">
          <ac:chgData name="Usman Shahzad" userId="b29716b6-ea3c-4e66-9f8d-07d77863369a" providerId="ADAL" clId="{0E2D40E9-9299-48CF-A889-7ACA2E8B9A3B}" dt="2022-01-11T20:13:02.552" v="1467" actId="403"/>
          <ac:spMkLst>
            <pc:docMk/>
            <pc:sldMk cId="2546699546" sldId="291"/>
            <ac:spMk id="3" creationId="{0692B370-4D56-4977-8C2A-05D1B4EE9EB6}"/>
          </ac:spMkLst>
        </pc:spChg>
        <pc:spChg chg="add">
          <ac:chgData name="Usman Shahzad" userId="b29716b6-ea3c-4e66-9f8d-07d77863369a" providerId="ADAL" clId="{0E2D40E9-9299-48CF-A889-7ACA2E8B9A3B}" dt="2022-01-11T20:12:56.836" v="1462" actId="26606"/>
          <ac:spMkLst>
            <pc:docMk/>
            <pc:sldMk cId="2546699546" sldId="291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2:56.836" v="1462" actId="26606"/>
          <ac:spMkLst>
            <pc:docMk/>
            <pc:sldMk cId="2546699546" sldId="291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2:56.836" v="1462" actId="26606"/>
          <ac:spMkLst>
            <pc:docMk/>
            <pc:sldMk cId="2546699546" sldId="291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3:21.719" v="1469" actId="403"/>
        <pc:sldMkLst>
          <pc:docMk/>
          <pc:sldMk cId="3709138735" sldId="292"/>
        </pc:sldMkLst>
        <pc:spChg chg="mod">
          <ac:chgData name="Usman Shahzad" userId="b29716b6-ea3c-4e66-9f8d-07d77863369a" providerId="ADAL" clId="{0E2D40E9-9299-48CF-A889-7ACA2E8B9A3B}" dt="2022-01-11T20:13:17.164" v="1468" actId="26606"/>
          <ac:spMkLst>
            <pc:docMk/>
            <pc:sldMk cId="3709138735" sldId="292"/>
            <ac:spMk id="2" creationId="{94EB9A8D-F101-42C1-B71C-CE922526471F}"/>
          </ac:spMkLst>
        </pc:spChg>
        <pc:spChg chg="mod">
          <ac:chgData name="Usman Shahzad" userId="b29716b6-ea3c-4e66-9f8d-07d77863369a" providerId="ADAL" clId="{0E2D40E9-9299-48CF-A889-7ACA2E8B9A3B}" dt="2022-01-11T20:13:21.719" v="1469" actId="403"/>
          <ac:spMkLst>
            <pc:docMk/>
            <pc:sldMk cId="3709138735" sldId="292"/>
            <ac:spMk id="3" creationId="{9F70FC6F-F400-4FD6-BEC8-9CB782E76062}"/>
          </ac:spMkLst>
        </pc:spChg>
        <pc:spChg chg="add">
          <ac:chgData name="Usman Shahzad" userId="b29716b6-ea3c-4e66-9f8d-07d77863369a" providerId="ADAL" clId="{0E2D40E9-9299-48CF-A889-7ACA2E8B9A3B}" dt="2022-01-11T20:13:17.164" v="1468" actId="26606"/>
          <ac:spMkLst>
            <pc:docMk/>
            <pc:sldMk cId="3709138735" sldId="292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3:17.164" v="1468" actId="26606"/>
          <ac:spMkLst>
            <pc:docMk/>
            <pc:sldMk cId="3709138735" sldId="292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3:17.164" v="1468" actId="26606"/>
          <ac:spMkLst>
            <pc:docMk/>
            <pc:sldMk cId="3709138735" sldId="292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3:33.536" v="1472" actId="27636"/>
        <pc:sldMkLst>
          <pc:docMk/>
          <pc:sldMk cId="669873402" sldId="293"/>
        </pc:sldMkLst>
        <pc:spChg chg="mod">
          <ac:chgData name="Usman Shahzad" userId="b29716b6-ea3c-4e66-9f8d-07d77863369a" providerId="ADAL" clId="{0E2D40E9-9299-48CF-A889-7ACA2E8B9A3B}" dt="2022-01-11T20:13:30.149" v="1470" actId="26606"/>
          <ac:spMkLst>
            <pc:docMk/>
            <pc:sldMk cId="669873402" sldId="293"/>
            <ac:spMk id="2" creationId="{A5BB8C8A-8B4C-4D65-BC6B-A7691F03C9B9}"/>
          </ac:spMkLst>
        </pc:spChg>
        <pc:spChg chg="mod">
          <ac:chgData name="Usman Shahzad" userId="b29716b6-ea3c-4e66-9f8d-07d77863369a" providerId="ADAL" clId="{0E2D40E9-9299-48CF-A889-7ACA2E8B9A3B}" dt="2022-01-11T20:13:33.536" v="1472" actId="27636"/>
          <ac:spMkLst>
            <pc:docMk/>
            <pc:sldMk cId="669873402" sldId="293"/>
            <ac:spMk id="3" creationId="{79B87CDF-B4B7-406A-8787-0B33FC3F479D}"/>
          </ac:spMkLst>
        </pc:spChg>
        <pc:spChg chg="add">
          <ac:chgData name="Usman Shahzad" userId="b29716b6-ea3c-4e66-9f8d-07d77863369a" providerId="ADAL" clId="{0E2D40E9-9299-48CF-A889-7ACA2E8B9A3B}" dt="2022-01-11T20:13:30.149" v="1470" actId="26606"/>
          <ac:spMkLst>
            <pc:docMk/>
            <pc:sldMk cId="669873402" sldId="293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3:30.149" v="1470" actId="26606"/>
          <ac:spMkLst>
            <pc:docMk/>
            <pc:sldMk cId="669873402" sldId="293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3:30.149" v="1470" actId="26606"/>
          <ac:spMkLst>
            <pc:docMk/>
            <pc:sldMk cId="669873402" sldId="293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3:51.330" v="1477" actId="27636"/>
        <pc:sldMkLst>
          <pc:docMk/>
          <pc:sldMk cId="1567619000" sldId="294"/>
        </pc:sldMkLst>
        <pc:spChg chg="mod">
          <ac:chgData name="Usman Shahzad" userId="b29716b6-ea3c-4e66-9f8d-07d77863369a" providerId="ADAL" clId="{0E2D40E9-9299-48CF-A889-7ACA2E8B9A3B}" dt="2022-01-11T20:13:48.301" v="1475" actId="26606"/>
          <ac:spMkLst>
            <pc:docMk/>
            <pc:sldMk cId="1567619000" sldId="294"/>
            <ac:spMk id="2" creationId="{F5D004BD-2C9F-46D2-99FD-988C5D0791FC}"/>
          </ac:spMkLst>
        </pc:spChg>
        <pc:spChg chg="mod">
          <ac:chgData name="Usman Shahzad" userId="b29716b6-ea3c-4e66-9f8d-07d77863369a" providerId="ADAL" clId="{0E2D40E9-9299-48CF-A889-7ACA2E8B9A3B}" dt="2022-01-11T20:13:51.330" v="1477" actId="27636"/>
          <ac:spMkLst>
            <pc:docMk/>
            <pc:sldMk cId="1567619000" sldId="294"/>
            <ac:spMk id="3" creationId="{DA21420B-6CF0-4129-9241-6147420D24A1}"/>
          </ac:spMkLst>
        </pc:spChg>
        <pc:spChg chg="add">
          <ac:chgData name="Usman Shahzad" userId="b29716b6-ea3c-4e66-9f8d-07d77863369a" providerId="ADAL" clId="{0E2D40E9-9299-48CF-A889-7ACA2E8B9A3B}" dt="2022-01-11T20:13:48.301" v="1475" actId="26606"/>
          <ac:spMkLst>
            <pc:docMk/>
            <pc:sldMk cId="1567619000" sldId="294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3:48.301" v="1475" actId="26606"/>
          <ac:spMkLst>
            <pc:docMk/>
            <pc:sldMk cId="1567619000" sldId="294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3:48.301" v="1475" actId="26606"/>
          <ac:spMkLst>
            <pc:docMk/>
            <pc:sldMk cId="1567619000" sldId="294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4:02.908" v="1482" actId="27636"/>
        <pc:sldMkLst>
          <pc:docMk/>
          <pc:sldMk cId="508673500" sldId="295"/>
        </pc:sldMkLst>
        <pc:spChg chg="mod">
          <ac:chgData name="Usman Shahzad" userId="b29716b6-ea3c-4e66-9f8d-07d77863369a" providerId="ADAL" clId="{0E2D40E9-9299-48CF-A889-7ACA2E8B9A3B}" dt="2022-01-11T20:13:58.238" v="1478" actId="26606"/>
          <ac:spMkLst>
            <pc:docMk/>
            <pc:sldMk cId="508673500" sldId="295"/>
            <ac:spMk id="2" creationId="{2696728B-3083-49EA-85FD-60FBC0EC9F7F}"/>
          </ac:spMkLst>
        </pc:spChg>
        <pc:spChg chg="mod">
          <ac:chgData name="Usman Shahzad" userId="b29716b6-ea3c-4e66-9f8d-07d77863369a" providerId="ADAL" clId="{0E2D40E9-9299-48CF-A889-7ACA2E8B9A3B}" dt="2022-01-11T20:14:02.908" v="1482" actId="27636"/>
          <ac:spMkLst>
            <pc:docMk/>
            <pc:sldMk cId="508673500" sldId="295"/>
            <ac:spMk id="3" creationId="{949C50DE-8252-44B3-8484-9C1FCBD30482}"/>
          </ac:spMkLst>
        </pc:spChg>
        <pc:spChg chg="add">
          <ac:chgData name="Usman Shahzad" userId="b29716b6-ea3c-4e66-9f8d-07d77863369a" providerId="ADAL" clId="{0E2D40E9-9299-48CF-A889-7ACA2E8B9A3B}" dt="2022-01-11T20:13:58.238" v="1478" actId="26606"/>
          <ac:spMkLst>
            <pc:docMk/>
            <pc:sldMk cId="508673500" sldId="295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3:58.238" v="1478" actId="26606"/>
          <ac:spMkLst>
            <pc:docMk/>
            <pc:sldMk cId="508673500" sldId="295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3:58.238" v="1478" actId="26606"/>
          <ac:spMkLst>
            <pc:docMk/>
            <pc:sldMk cId="508673500" sldId="295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4:10.733" v="1485" actId="27636"/>
        <pc:sldMkLst>
          <pc:docMk/>
          <pc:sldMk cId="3487876812" sldId="296"/>
        </pc:sldMkLst>
        <pc:spChg chg="mod">
          <ac:chgData name="Usman Shahzad" userId="b29716b6-ea3c-4e66-9f8d-07d77863369a" providerId="ADAL" clId="{0E2D40E9-9299-48CF-A889-7ACA2E8B9A3B}" dt="2022-01-11T20:14:07.867" v="1483" actId="26606"/>
          <ac:spMkLst>
            <pc:docMk/>
            <pc:sldMk cId="3487876812" sldId="296"/>
            <ac:spMk id="2" creationId="{12BA1795-F3EE-40D7-8EA0-6051C4E9D195}"/>
          </ac:spMkLst>
        </pc:spChg>
        <pc:spChg chg="mod">
          <ac:chgData name="Usman Shahzad" userId="b29716b6-ea3c-4e66-9f8d-07d77863369a" providerId="ADAL" clId="{0E2D40E9-9299-48CF-A889-7ACA2E8B9A3B}" dt="2022-01-11T20:14:10.733" v="1485" actId="27636"/>
          <ac:spMkLst>
            <pc:docMk/>
            <pc:sldMk cId="3487876812" sldId="296"/>
            <ac:spMk id="3" creationId="{9B758818-523F-4CF7-BF18-C7CA6EAA5D2B}"/>
          </ac:spMkLst>
        </pc:spChg>
        <pc:spChg chg="add">
          <ac:chgData name="Usman Shahzad" userId="b29716b6-ea3c-4e66-9f8d-07d77863369a" providerId="ADAL" clId="{0E2D40E9-9299-48CF-A889-7ACA2E8B9A3B}" dt="2022-01-11T20:14:07.867" v="1483" actId="26606"/>
          <ac:spMkLst>
            <pc:docMk/>
            <pc:sldMk cId="3487876812" sldId="296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4:07.867" v="1483" actId="26606"/>
          <ac:spMkLst>
            <pc:docMk/>
            <pc:sldMk cId="3487876812" sldId="296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4:07.867" v="1483" actId="26606"/>
          <ac:spMkLst>
            <pc:docMk/>
            <pc:sldMk cId="3487876812" sldId="296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4:23.256" v="1488" actId="27636"/>
        <pc:sldMkLst>
          <pc:docMk/>
          <pc:sldMk cId="647142420" sldId="297"/>
        </pc:sldMkLst>
        <pc:spChg chg="mod">
          <ac:chgData name="Usman Shahzad" userId="b29716b6-ea3c-4e66-9f8d-07d77863369a" providerId="ADAL" clId="{0E2D40E9-9299-48CF-A889-7ACA2E8B9A3B}" dt="2022-01-11T20:14:19.295" v="1486" actId="26606"/>
          <ac:spMkLst>
            <pc:docMk/>
            <pc:sldMk cId="647142420" sldId="297"/>
            <ac:spMk id="2" creationId="{CE79A47C-18E8-4285-9B37-2170333C752F}"/>
          </ac:spMkLst>
        </pc:spChg>
        <pc:spChg chg="mod">
          <ac:chgData name="Usman Shahzad" userId="b29716b6-ea3c-4e66-9f8d-07d77863369a" providerId="ADAL" clId="{0E2D40E9-9299-48CF-A889-7ACA2E8B9A3B}" dt="2022-01-11T20:14:23.256" v="1488" actId="27636"/>
          <ac:spMkLst>
            <pc:docMk/>
            <pc:sldMk cId="647142420" sldId="297"/>
            <ac:spMk id="3" creationId="{FA6AE680-9607-4359-A371-44F3A5EDBF4C}"/>
          </ac:spMkLst>
        </pc:spChg>
        <pc:spChg chg="add">
          <ac:chgData name="Usman Shahzad" userId="b29716b6-ea3c-4e66-9f8d-07d77863369a" providerId="ADAL" clId="{0E2D40E9-9299-48CF-A889-7ACA2E8B9A3B}" dt="2022-01-11T20:14:19.295" v="1486" actId="26606"/>
          <ac:spMkLst>
            <pc:docMk/>
            <pc:sldMk cId="647142420" sldId="297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4:19.295" v="1486" actId="26606"/>
          <ac:spMkLst>
            <pc:docMk/>
            <pc:sldMk cId="647142420" sldId="297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4:19.295" v="1486" actId="26606"/>
          <ac:spMkLst>
            <pc:docMk/>
            <pc:sldMk cId="647142420" sldId="297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4:36.278" v="1499" actId="27636"/>
        <pc:sldMkLst>
          <pc:docMk/>
          <pc:sldMk cId="803404123" sldId="298"/>
        </pc:sldMkLst>
        <pc:spChg chg="mod">
          <ac:chgData name="Usman Shahzad" userId="b29716b6-ea3c-4e66-9f8d-07d77863369a" providerId="ADAL" clId="{0E2D40E9-9299-48CF-A889-7ACA2E8B9A3B}" dt="2022-01-11T20:14:26.012" v="1489" actId="26606"/>
          <ac:spMkLst>
            <pc:docMk/>
            <pc:sldMk cId="803404123" sldId="298"/>
            <ac:spMk id="2" creationId="{84F74469-1BFF-475F-AF72-379C6A41A8B1}"/>
          </ac:spMkLst>
        </pc:spChg>
        <pc:spChg chg="mod">
          <ac:chgData name="Usman Shahzad" userId="b29716b6-ea3c-4e66-9f8d-07d77863369a" providerId="ADAL" clId="{0E2D40E9-9299-48CF-A889-7ACA2E8B9A3B}" dt="2022-01-11T20:14:36.278" v="1499" actId="27636"/>
          <ac:spMkLst>
            <pc:docMk/>
            <pc:sldMk cId="803404123" sldId="298"/>
            <ac:spMk id="3" creationId="{16F75F76-58FC-4F65-AB45-89CCD0C577F7}"/>
          </ac:spMkLst>
        </pc:spChg>
        <pc:spChg chg="add">
          <ac:chgData name="Usman Shahzad" userId="b29716b6-ea3c-4e66-9f8d-07d77863369a" providerId="ADAL" clId="{0E2D40E9-9299-48CF-A889-7ACA2E8B9A3B}" dt="2022-01-11T20:14:26.012" v="1489" actId="26606"/>
          <ac:spMkLst>
            <pc:docMk/>
            <pc:sldMk cId="803404123" sldId="298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4:26.012" v="1489" actId="26606"/>
          <ac:spMkLst>
            <pc:docMk/>
            <pc:sldMk cId="803404123" sldId="298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4:26.012" v="1489" actId="26606"/>
          <ac:spMkLst>
            <pc:docMk/>
            <pc:sldMk cId="803404123" sldId="298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4:45.050" v="1502" actId="27636"/>
        <pc:sldMkLst>
          <pc:docMk/>
          <pc:sldMk cId="1199453169" sldId="299"/>
        </pc:sldMkLst>
        <pc:spChg chg="mod">
          <ac:chgData name="Usman Shahzad" userId="b29716b6-ea3c-4e66-9f8d-07d77863369a" providerId="ADAL" clId="{0E2D40E9-9299-48CF-A889-7ACA2E8B9A3B}" dt="2022-01-11T20:14:41.138" v="1500" actId="26606"/>
          <ac:spMkLst>
            <pc:docMk/>
            <pc:sldMk cId="1199453169" sldId="299"/>
            <ac:spMk id="2" creationId="{165F4B99-43FB-4E95-8138-6DC53A0B1B52}"/>
          </ac:spMkLst>
        </pc:spChg>
        <pc:spChg chg="mod">
          <ac:chgData name="Usman Shahzad" userId="b29716b6-ea3c-4e66-9f8d-07d77863369a" providerId="ADAL" clId="{0E2D40E9-9299-48CF-A889-7ACA2E8B9A3B}" dt="2022-01-11T20:14:45.050" v="1502" actId="27636"/>
          <ac:spMkLst>
            <pc:docMk/>
            <pc:sldMk cId="1199453169" sldId="299"/>
            <ac:spMk id="3" creationId="{41074FDF-E0EA-4EE8-9D7C-B62F2C6DA992}"/>
          </ac:spMkLst>
        </pc:spChg>
        <pc:spChg chg="add">
          <ac:chgData name="Usman Shahzad" userId="b29716b6-ea3c-4e66-9f8d-07d77863369a" providerId="ADAL" clId="{0E2D40E9-9299-48CF-A889-7ACA2E8B9A3B}" dt="2022-01-11T20:14:41.138" v="1500" actId="26606"/>
          <ac:spMkLst>
            <pc:docMk/>
            <pc:sldMk cId="1199453169" sldId="299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4:41.138" v="1500" actId="26606"/>
          <ac:spMkLst>
            <pc:docMk/>
            <pc:sldMk cId="1199453169" sldId="299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4:41.138" v="1500" actId="26606"/>
          <ac:spMkLst>
            <pc:docMk/>
            <pc:sldMk cId="1199453169" sldId="299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4:54.824" v="1505" actId="27636"/>
        <pc:sldMkLst>
          <pc:docMk/>
          <pc:sldMk cId="2295637310" sldId="300"/>
        </pc:sldMkLst>
        <pc:spChg chg="mod">
          <ac:chgData name="Usman Shahzad" userId="b29716b6-ea3c-4e66-9f8d-07d77863369a" providerId="ADAL" clId="{0E2D40E9-9299-48CF-A889-7ACA2E8B9A3B}" dt="2022-01-11T20:14:51.869" v="1503" actId="26606"/>
          <ac:spMkLst>
            <pc:docMk/>
            <pc:sldMk cId="2295637310" sldId="300"/>
            <ac:spMk id="2" creationId="{B2388336-CE48-46E2-9521-2291D21CC966}"/>
          </ac:spMkLst>
        </pc:spChg>
        <pc:spChg chg="mod">
          <ac:chgData name="Usman Shahzad" userId="b29716b6-ea3c-4e66-9f8d-07d77863369a" providerId="ADAL" clId="{0E2D40E9-9299-48CF-A889-7ACA2E8B9A3B}" dt="2022-01-11T20:14:54.824" v="1505" actId="27636"/>
          <ac:spMkLst>
            <pc:docMk/>
            <pc:sldMk cId="2295637310" sldId="300"/>
            <ac:spMk id="3" creationId="{0CD52269-5329-4C30-B125-E4A2AEB8A440}"/>
          </ac:spMkLst>
        </pc:spChg>
        <pc:spChg chg="add">
          <ac:chgData name="Usman Shahzad" userId="b29716b6-ea3c-4e66-9f8d-07d77863369a" providerId="ADAL" clId="{0E2D40E9-9299-48CF-A889-7ACA2E8B9A3B}" dt="2022-01-11T20:14:51.869" v="1503" actId="26606"/>
          <ac:spMkLst>
            <pc:docMk/>
            <pc:sldMk cId="2295637310" sldId="300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4:51.869" v="1503" actId="26606"/>
          <ac:spMkLst>
            <pc:docMk/>
            <pc:sldMk cId="2295637310" sldId="300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4:51.869" v="1503" actId="26606"/>
          <ac:spMkLst>
            <pc:docMk/>
            <pc:sldMk cId="2295637310" sldId="300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5:02.958" v="1508" actId="27636"/>
        <pc:sldMkLst>
          <pc:docMk/>
          <pc:sldMk cId="2281020927" sldId="301"/>
        </pc:sldMkLst>
        <pc:spChg chg="mod">
          <ac:chgData name="Usman Shahzad" userId="b29716b6-ea3c-4e66-9f8d-07d77863369a" providerId="ADAL" clId="{0E2D40E9-9299-48CF-A889-7ACA2E8B9A3B}" dt="2022-01-11T20:14:59.262" v="1506" actId="26606"/>
          <ac:spMkLst>
            <pc:docMk/>
            <pc:sldMk cId="2281020927" sldId="301"/>
            <ac:spMk id="2" creationId="{7611149F-D3D8-427F-8CBA-5B57C2CE4E08}"/>
          </ac:spMkLst>
        </pc:spChg>
        <pc:spChg chg="mod">
          <ac:chgData name="Usman Shahzad" userId="b29716b6-ea3c-4e66-9f8d-07d77863369a" providerId="ADAL" clId="{0E2D40E9-9299-48CF-A889-7ACA2E8B9A3B}" dt="2022-01-11T20:15:02.958" v="1508" actId="27636"/>
          <ac:spMkLst>
            <pc:docMk/>
            <pc:sldMk cId="2281020927" sldId="301"/>
            <ac:spMk id="3" creationId="{055669CA-CE71-45FA-A6F6-B046D6FBCBFC}"/>
          </ac:spMkLst>
        </pc:spChg>
        <pc:spChg chg="add">
          <ac:chgData name="Usman Shahzad" userId="b29716b6-ea3c-4e66-9f8d-07d77863369a" providerId="ADAL" clId="{0E2D40E9-9299-48CF-A889-7ACA2E8B9A3B}" dt="2022-01-11T20:14:59.262" v="1506" actId="26606"/>
          <ac:spMkLst>
            <pc:docMk/>
            <pc:sldMk cId="2281020927" sldId="301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4:59.262" v="1506" actId="26606"/>
          <ac:spMkLst>
            <pc:docMk/>
            <pc:sldMk cId="2281020927" sldId="301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4:59.262" v="1506" actId="26606"/>
          <ac:spMkLst>
            <pc:docMk/>
            <pc:sldMk cId="2281020927" sldId="301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5:10.637" v="1511" actId="27636"/>
        <pc:sldMkLst>
          <pc:docMk/>
          <pc:sldMk cId="712929803" sldId="302"/>
        </pc:sldMkLst>
        <pc:spChg chg="mod">
          <ac:chgData name="Usman Shahzad" userId="b29716b6-ea3c-4e66-9f8d-07d77863369a" providerId="ADAL" clId="{0E2D40E9-9299-48CF-A889-7ACA2E8B9A3B}" dt="2022-01-11T20:15:07.128" v="1509" actId="26606"/>
          <ac:spMkLst>
            <pc:docMk/>
            <pc:sldMk cId="712929803" sldId="302"/>
            <ac:spMk id="2" creationId="{B3BD6ADB-5742-4F55-83F5-7EE40157BDB3}"/>
          </ac:spMkLst>
        </pc:spChg>
        <pc:spChg chg="mod">
          <ac:chgData name="Usman Shahzad" userId="b29716b6-ea3c-4e66-9f8d-07d77863369a" providerId="ADAL" clId="{0E2D40E9-9299-48CF-A889-7ACA2E8B9A3B}" dt="2022-01-11T20:15:10.637" v="1511" actId="27636"/>
          <ac:spMkLst>
            <pc:docMk/>
            <pc:sldMk cId="712929803" sldId="302"/>
            <ac:spMk id="3" creationId="{9409BCDE-850B-4090-BEFF-B3C98659AA5E}"/>
          </ac:spMkLst>
        </pc:spChg>
        <pc:spChg chg="add">
          <ac:chgData name="Usman Shahzad" userId="b29716b6-ea3c-4e66-9f8d-07d77863369a" providerId="ADAL" clId="{0E2D40E9-9299-48CF-A889-7ACA2E8B9A3B}" dt="2022-01-11T20:15:07.128" v="1509" actId="26606"/>
          <ac:spMkLst>
            <pc:docMk/>
            <pc:sldMk cId="712929803" sldId="302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5:07.128" v="1509" actId="26606"/>
          <ac:spMkLst>
            <pc:docMk/>
            <pc:sldMk cId="712929803" sldId="302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5:07.128" v="1509" actId="26606"/>
          <ac:spMkLst>
            <pc:docMk/>
            <pc:sldMk cId="712929803" sldId="302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5:17.316" v="1514" actId="27636"/>
        <pc:sldMkLst>
          <pc:docMk/>
          <pc:sldMk cId="2330110921" sldId="303"/>
        </pc:sldMkLst>
        <pc:spChg chg="mod">
          <ac:chgData name="Usman Shahzad" userId="b29716b6-ea3c-4e66-9f8d-07d77863369a" providerId="ADAL" clId="{0E2D40E9-9299-48CF-A889-7ACA2E8B9A3B}" dt="2022-01-11T20:15:14.132" v="1512" actId="26606"/>
          <ac:spMkLst>
            <pc:docMk/>
            <pc:sldMk cId="2330110921" sldId="303"/>
            <ac:spMk id="2" creationId="{1ADD6059-1408-4498-A016-202DBCD3D8C9}"/>
          </ac:spMkLst>
        </pc:spChg>
        <pc:spChg chg="mod">
          <ac:chgData name="Usman Shahzad" userId="b29716b6-ea3c-4e66-9f8d-07d77863369a" providerId="ADAL" clId="{0E2D40E9-9299-48CF-A889-7ACA2E8B9A3B}" dt="2022-01-11T20:15:17.316" v="1514" actId="27636"/>
          <ac:spMkLst>
            <pc:docMk/>
            <pc:sldMk cId="2330110921" sldId="303"/>
            <ac:spMk id="3" creationId="{53921F48-C3DD-4CE8-A535-BEEB65BBDE00}"/>
          </ac:spMkLst>
        </pc:spChg>
        <pc:spChg chg="add">
          <ac:chgData name="Usman Shahzad" userId="b29716b6-ea3c-4e66-9f8d-07d77863369a" providerId="ADAL" clId="{0E2D40E9-9299-48CF-A889-7ACA2E8B9A3B}" dt="2022-01-11T20:15:14.132" v="1512" actId="26606"/>
          <ac:spMkLst>
            <pc:docMk/>
            <pc:sldMk cId="2330110921" sldId="303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5:14.132" v="1512" actId="26606"/>
          <ac:spMkLst>
            <pc:docMk/>
            <pc:sldMk cId="2330110921" sldId="303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5:14.132" v="1512" actId="26606"/>
          <ac:spMkLst>
            <pc:docMk/>
            <pc:sldMk cId="2330110921" sldId="303"/>
            <ac:spMk id="12" creationId="{450D3AD2-FA80-415F-A9CE-54D884561CD7}"/>
          </ac:spMkLst>
        </pc:spChg>
      </pc:sldChg>
      <pc:sldChg chg="addSp modSp new mod setBg">
        <pc:chgData name="Usman Shahzad" userId="b29716b6-ea3c-4e66-9f8d-07d77863369a" providerId="ADAL" clId="{0E2D40E9-9299-48CF-A889-7ACA2E8B9A3B}" dt="2022-01-11T20:15:24.488" v="1516" actId="403"/>
        <pc:sldMkLst>
          <pc:docMk/>
          <pc:sldMk cId="1857330929" sldId="304"/>
        </pc:sldMkLst>
        <pc:spChg chg="mod">
          <ac:chgData name="Usman Shahzad" userId="b29716b6-ea3c-4e66-9f8d-07d77863369a" providerId="ADAL" clId="{0E2D40E9-9299-48CF-A889-7ACA2E8B9A3B}" dt="2022-01-11T20:15:21.799" v="1515" actId="26606"/>
          <ac:spMkLst>
            <pc:docMk/>
            <pc:sldMk cId="1857330929" sldId="304"/>
            <ac:spMk id="2" creationId="{F82BE0FA-8AEF-4602-A568-2E13E00A208C}"/>
          </ac:spMkLst>
        </pc:spChg>
        <pc:spChg chg="mod">
          <ac:chgData name="Usman Shahzad" userId="b29716b6-ea3c-4e66-9f8d-07d77863369a" providerId="ADAL" clId="{0E2D40E9-9299-48CF-A889-7ACA2E8B9A3B}" dt="2022-01-11T20:15:24.488" v="1516" actId="403"/>
          <ac:spMkLst>
            <pc:docMk/>
            <pc:sldMk cId="1857330929" sldId="304"/>
            <ac:spMk id="3" creationId="{5BC1ACA7-E59A-4ED4-A18C-CE24CA67A460}"/>
          </ac:spMkLst>
        </pc:spChg>
        <pc:spChg chg="add">
          <ac:chgData name="Usman Shahzad" userId="b29716b6-ea3c-4e66-9f8d-07d77863369a" providerId="ADAL" clId="{0E2D40E9-9299-48CF-A889-7ACA2E8B9A3B}" dt="2022-01-11T20:15:21.799" v="1515" actId="26606"/>
          <ac:spMkLst>
            <pc:docMk/>
            <pc:sldMk cId="1857330929" sldId="304"/>
            <ac:spMk id="8" creationId="{70DFC902-7D23-471A-B557-B6B6917D7A0D}"/>
          </ac:spMkLst>
        </pc:spChg>
        <pc:spChg chg="add">
          <ac:chgData name="Usman Shahzad" userId="b29716b6-ea3c-4e66-9f8d-07d77863369a" providerId="ADAL" clId="{0E2D40E9-9299-48CF-A889-7ACA2E8B9A3B}" dt="2022-01-11T20:15:21.799" v="1515" actId="26606"/>
          <ac:spMkLst>
            <pc:docMk/>
            <pc:sldMk cId="1857330929" sldId="304"/>
            <ac:spMk id="10" creationId="{A55D5633-D557-4DCA-982C-FF36EB7A1C00}"/>
          </ac:spMkLst>
        </pc:spChg>
        <pc:spChg chg="add">
          <ac:chgData name="Usman Shahzad" userId="b29716b6-ea3c-4e66-9f8d-07d77863369a" providerId="ADAL" clId="{0E2D40E9-9299-48CF-A889-7ACA2E8B9A3B}" dt="2022-01-11T20:15:21.799" v="1515" actId="26606"/>
          <ac:spMkLst>
            <pc:docMk/>
            <pc:sldMk cId="1857330929" sldId="304"/>
            <ac:spMk id="12" creationId="{450D3AD2-FA80-415F-A9CE-54D884561CD7}"/>
          </ac:spMkLst>
        </pc:spChg>
      </pc:sldChg>
      <pc:sldChg chg="addSp delSp modSp new mod setBg">
        <pc:chgData name="Usman Shahzad" userId="b29716b6-ea3c-4e66-9f8d-07d77863369a" providerId="ADAL" clId="{0E2D40E9-9299-48CF-A889-7ACA2E8B9A3B}" dt="2022-01-11T20:16:34.651" v="1520" actId="26606"/>
        <pc:sldMkLst>
          <pc:docMk/>
          <pc:sldMk cId="300267482" sldId="305"/>
        </pc:sldMkLst>
        <pc:spChg chg="mod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2" creationId="{7658AC4F-A03A-4ABC-8213-EC439A4DF07F}"/>
          </ac:spMkLst>
        </pc:spChg>
        <pc:spChg chg="mod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3" creationId="{BA4B7523-367E-4568-9405-C7A178274041}"/>
          </ac:spMkLst>
        </pc:spChg>
        <pc:spChg chg="add del">
          <ac:chgData name="Usman Shahzad" userId="b29716b6-ea3c-4e66-9f8d-07d77863369a" providerId="ADAL" clId="{0E2D40E9-9299-48CF-A889-7ACA2E8B9A3B}" dt="2022-01-11T09:41:27.048" v="822" actId="26606"/>
          <ac:spMkLst>
            <pc:docMk/>
            <pc:sldMk cId="300267482" sldId="305"/>
            <ac:spMk id="8" creationId="{2B566528-1B12-4246-9431-5C2D7D081168}"/>
          </ac:spMkLst>
        </pc:spChg>
        <pc:spChg chg="add del">
          <ac:chgData name="Usman Shahzad" userId="b29716b6-ea3c-4e66-9f8d-07d77863369a" providerId="ADAL" clId="{0E2D40E9-9299-48CF-A889-7ACA2E8B9A3B}" dt="2022-01-11T09:41:27.048" v="822" actId="26606"/>
          <ac:spMkLst>
            <pc:docMk/>
            <pc:sldMk cId="300267482" sldId="305"/>
            <ac:spMk id="10" creationId="{2E80C965-DB6D-4F81-9E9E-B027384D0BD6}"/>
          </ac:spMkLst>
        </pc:spChg>
        <pc:spChg chg="add del">
          <ac:chgData name="Usman Shahzad" userId="b29716b6-ea3c-4e66-9f8d-07d77863369a" providerId="ADAL" clId="{0E2D40E9-9299-48CF-A889-7ACA2E8B9A3B}" dt="2022-01-11T09:41:27.048" v="822" actId="26606"/>
          <ac:spMkLst>
            <pc:docMk/>
            <pc:sldMk cId="300267482" sldId="305"/>
            <ac:spMk id="12" creationId="{A580F890-B085-4E95-96AA-55AEBEC5CE6E}"/>
          </ac:spMkLst>
        </pc:spChg>
        <pc:spChg chg="add del">
          <ac:chgData name="Usman Shahzad" userId="b29716b6-ea3c-4e66-9f8d-07d77863369a" providerId="ADAL" clId="{0E2D40E9-9299-48CF-A889-7ACA2E8B9A3B}" dt="2022-01-11T09:41:27.048" v="822" actId="26606"/>
          <ac:spMkLst>
            <pc:docMk/>
            <pc:sldMk cId="300267482" sldId="305"/>
            <ac:spMk id="14" creationId="{D3F51FEB-38FB-4F6C-9F7B-2F2AFAB65463}"/>
          </ac:spMkLst>
        </pc:spChg>
        <pc:spChg chg="add del">
          <ac:chgData name="Usman Shahzad" userId="b29716b6-ea3c-4e66-9f8d-07d77863369a" providerId="ADAL" clId="{0E2D40E9-9299-48CF-A889-7ACA2E8B9A3B}" dt="2022-01-11T09:41:27.048" v="822" actId="26606"/>
          <ac:spMkLst>
            <pc:docMk/>
            <pc:sldMk cId="300267482" sldId="305"/>
            <ac:spMk id="16" creationId="{1E547BA6-BAE0-43BB-A7CA-60F69CE252F0}"/>
          </ac:spMkLst>
        </pc:spChg>
        <pc:spChg chg="add del">
          <ac:chgData name="Usman Shahzad" userId="b29716b6-ea3c-4e66-9f8d-07d77863369a" providerId="ADAL" clId="{0E2D40E9-9299-48CF-A889-7ACA2E8B9A3B}" dt="2022-01-11T09:41:32.680" v="824" actId="26606"/>
          <ac:spMkLst>
            <pc:docMk/>
            <pc:sldMk cId="300267482" sldId="305"/>
            <ac:spMk id="18" creationId="{14E91B64-9FCC-451E-AFB4-A827D6329367}"/>
          </ac:spMkLst>
        </pc:spChg>
        <pc:spChg chg="add del">
          <ac:chgData name="Usman Shahzad" userId="b29716b6-ea3c-4e66-9f8d-07d77863369a" providerId="ADAL" clId="{0E2D40E9-9299-48CF-A889-7ACA2E8B9A3B}" dt="2022-01-11T09:41:32.680" v="824" actId="26606"/>
          <ac:spMkLst>
            <pc:docMk/>
            <pc:sldMk cId="300267482" sldId="305"/>
            <ac:spMk id="19" creationId="{827B839B-9ADE-406B-8590-F1CAEDED45A1}"/>
          </ac:spMkLst>
        </pc:spChg>
        <pc:spChg chg="add del">
          <ac:chgData name="Usman Shahzad" userId="b29716b6-ea3c-4e66-9f8d-07d77863369a" providerId="ADAL" clId="{0E2D40E9-9299-48CF-A889-7ACA2E8B9A3B}" dt="2022-01-11T09:41:32.680" v="824" actId="26606"/>
          <ac:spMkLst>
            <pc:docMk/>
            <pc:sldMk cId="300267482" sldId="305"/>
            <ac:spMk id="20" creationId="{CFE45BF0-46DB-408C-B5F7-7B11716805D4}"/>
          </ac:spMkLst>
        </pc:spChg>
        <pc:spChg chg="add del">
          <ac:chgData name="Usman Shahzad" userId="b29716b6-ea3c-4e66-9f8d-07d77863369a" providerId="ADAL" clId="{0E2D40E9-9299-48CF-A889-7ACA2E8B9A3B}" dt="2022-01-11T09:41:32.680" v="824" actId="26606"/>
          <ac:spMkLst>
            <pc:docMk/>
            <pc:sldMk cId="300267482" sldId="305"/>
            <ac:spMk id="21" creationId="{2AEBC8F2-97B1-41B4-93F1-2D289E197FBA}"/>
          </ac:spMkLst>
        </pc:spChg>
        <pc:spChg chg="add del">
          <ac:chgData name="Usman Shahzad" userId="b29716b6-ea3c-4e66-9f8d-07d77863369a" providerId="ADAL" clId="{0E2D40E9-9299-48CF-A889-7ACA2E8B9A3B}" dt="2022-01-11T09:41:32.680" v="824" actId="26606"/>
          <ac:spMkLst>
            <pc:docMk/>
            <pc:sldMk cId="300267482" sldId="305"/>
            <ac:spMk id="22" creationId="{472E3A19-F5D5-48FC-BB9C-48C2F68F598B}"/>
          </ac:spMkLst>
        </pc:spChg>
        <pc:spChg chg="add del">
          <ac:chgData name="Usman Shahzad" userId="b29716b6-ea3c-4e66-9f8d-07d77863369a" providerId="ADAL" clId="{0E2D40E9-9299-48CF-A889-7ACA2E8B9A3B}" dt="2022-01-11T09:41:32.680" v="824" actId="26606"/>
          <ac:spMkLst>
            <pc:docMk/>
            <pc:sldMk cId="300267482" sldId="305"/>
            <ac:spMk id="23" creationId="{7A62E32F-BB65-43A8-8EB5-92346890E549}"/>
          </ac:spMkLst>
        </pc:spChg>
        <pc:spChg chg="add del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25" creationId="{2B566528-1B12-4246-9431-5C2D7D081168}"/>
          </ac:spMkLst>
        </pc:spChg>
        <pc:spChg chg="add del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26" creationId="{2E80C965-DB6D-4F81-9E9E-B027384D0BD6}"/>
          </ac:spMkLst>
        </pc:spChg>
        <pc:spChg chg="add del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27" creationId="{A580F890-B085-4E95-96AA-55AEBEC5CE6E}"/>
          </ac:spMkLst>
        </pc:spChg>
        <pc:spChg chg="add del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28" creationId="{D3F51FEB-38FB-4F6C-9F7B-2F2AFAB65463}"/>
          </ac:spMkLst>
        </pc:spChg>
        <pc:spChg chg="add del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29" creationId="{1E547BA6-BAE0-43BB-A7CA-60F69CE252F0}"/>
          </ac:spMkLst>
        </pc:spChg>
        <pc:spChg chg="add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34" creationId="{777A147A-9ED8-46B4-8660-1B3C2AA880B5}"/>
          </ac:spMkLst>
        </pc:spChg>
        <pc:spChg chg="add">
          <ac:chgData name="Usman Shahzad" userId="b29716b6-ea3c-4e66-9f8d-07d77863369a" providerId="ADAL" clId="{0E2D40E9-9299-48CF-A889-7ACA2E8B9A3B}" dt="2022-01-11T20:16:34.651" v="1520" actId="26606"/>
          <ac:spMkLst>
            <pc:docMk/>
            <pc:sldMk cId="300267482" sldId="305"/>
            <ac:spMk id="36" creationId="{5D6C15A0-C087-4593-8414-2B4EC1CDC3DE}"/>
          </ac:spMkLst>
        </pc:spChg>
      </pc:sldChg>
      <pc:sldChg chg="addSp delSp modSp new mod setBg setClrOvrMap">
        <pc:chgData name="Usman Shahzad" userId="b29716b6-ea3c-4e66-9f8d-07d77863369a" providerId="ADAL" clId="{0E2D40E9-9299-48CF-A889-7ACA2E8B9A3B}" dt="2022-01-11T19:31:42.590" v="1302" actId="26606"/>
        <pc:sldMkLst>
          <pc:docMk/>
          <pc:sldMk cId="244045894" sldId="306"/>
        </pc:sldMkLst>
        <pc:spChg chg="mod">
          <ac:chgData name="Usman Shahzad" userId="b29716b6-ea3c-4e66-9f8d-07d77863369a" providerId="ADAL" clId="{0E2D40E9-9299-48CF-A889-7ACA2E8B9A3B}" dt="2022-01-11T19:31:42.590" v="1302" actId="26606"/>
          <ac:spMkLst>
            <pc:docMk/>
            <pc:sldMk cId="244045894" sldId="306"/>
            <ac:spMk id="2" creationId="{8DC297B4-5C02-4AD9-80CF-504482D99C64}"/>
          </ac:spMkLst>
        </pc:spChg>
        <pc:spChg chg="del">
          <ac:chgData name="Usman Shahzad" userId="b29716b6-ea3c-4e66-9f8d-07d77863369a" providerId="ADAL" clId="{0E2D40E9-9299-48CF-A889-7ACA2E8B9A3B}" dt="2022-01-11T19:30:14.285" v="1293" actId="478"/>
          <ac:spMkLst>
            <pc:docMk/>
            <pc:sldMk cId="244045894" sldId="306"/>
            <ac:spMk id="3" creationId="{E7143429-E63B-4BA0-AB74-7A425CCEC436}"/>
          </ac:spMkLst>
        </pc:spChg>
        <pc:spChg chg="add del">
          <ac:chgData name="Usman Shahzad" userId="b29716b6-ea3c-4e66-9f8d-07d77863369a" providerId="ADAL" clId="{0E2D40E9-9299-48CF-A889-7ACA2E8B9A3B}" dt="2022-01-11T19:31:42.590" v="1302" actId="26606"/>
          <ac:spMkLst>
            <pc:docMk/>
            <pc:sldMk cId="244045894" sldId="306"/>
            <ac:spMk id="7" creationId="{FFD48BC7-DC40-47DE-87EE-9F4B6ECB9ABB}"/>
          </ac:spMkLst>
        </pc:spChg>
        <pc:spChg chg="add del">
          <ac:chgData name="Usman Shahzad" userId="b29716b6-ea3c-4e66-9f8d-07d77863369a" providerId="ADAL" clId="{0E2D40E9-9299-48CF-A889-7ACA2E8B9A3B}" dt="2022-01-11T19:31:42.590" v="1302" actId="26606"/>
          <ac:spMkLst>
            <pc:docMk/>
            <pc:sldMk cId="244045894" sldId="306"/>
            <ac:spMk id="9" creationId="{E502BBC7-2C76-46F3-BC24-5985BC13DB88}"/>
          </ac:spMkLst>
        </pc:spChg>
        <pc:spChg chg="add del">
          <ac:chgData name="Usman Shahzad" userId="b29716b6-ea3c-4e66-9f8d-07d77863369a" providerId="ADAL" clId="{0E2D40E9-9299-48CF-A889-7ACA2E8B9A3B}" dt="2022-01-11T19:31:42.590" v="1302" actId="26606"/>
          <ac:spMkLst>
            <pc:docMk/>
            <pc:sldMk cId="244045894" sldId="306"/>
            <ac:spMk id="11" creationId="{C7F28D52-2A5F-4D23-81AE-7CB8B591C7AF}"/>
          </ac:spMkLst>
        </pc:spChg>
        <pc:spChg chg="add del">
          <ac:chgData name="Usman Shahzad" userId="b29716b6-ea3c-4e66-9f8d-07d77863369a" providerId="ADAL" clId="{0E2D40E9-9299-48CF-A889-7ACA2E8B9A3B}" dt="2022-01-11T19:31:42.590" v="1302" actId="26606"/>
          <ac:spMkLst>
            <pc:docMk/>
            <pc:sldMk cId="244045894" sldId="306"/>
            <ac:spMk id="13" creationId="{3629484E-3792-4B3D-89AD-7C8A1ED0E0D4}"/>
          </ac:spMkLst>
        </pc:spChg>
        <pc:spChg chg="add">
          <ac:chgData name="Usman Shahzad" userId="b29716b6-ea3c-4e66-9f8d-07d77863369a" providerId="ADAL" clId="{0E2D40E9-9299-48CF-A889-7ACA2E8B9A3B}" dt="2022-01-11T19:31:42.590" v="1302" actId="26606"/>
          <ac:spMkLst>
            <pc:docMk/>
            <pc:sldMk cId="244045894" sldId="306"/>
            <ac:spMk id="18" creationId="{66B332A4-D438-4773-A77F-5ED49A448D9D}"/>
          </ac:spMkLst>
        </pc:spChg>
        <pc:spChg chg="add">
          <ac:chgData name="Usman Shahzad" userId="b29716b6-ea3c-4e66-9f8d-07d77863369a" providerId="ADAL" clId="{0E2D40E9-9299-48CF-A889-7ACA2E8B9A3B}" dt="2022-01-11T19:31:42.590" v="1302" actId="26606"/>
          <ac:spMkLst>
            <pc:docMk/>
            <pc:sldMk cId="244045894" sldId="306"/>
            <ac:spMk id="20" creationId="{DF9AD32D-FF05-44F4-BD4D-9CEE89B71EB9}"/>
          </ac:spMkLst>
        </pc:spChg>
      </pc:sldChg>
      <pc:sldChg chg="addSp delSp modSp new mod setBg setClrOvrMap">
        <pc:chgData name="Usman Shahzad" userId="b29716b6-ea3c-4e66-9f8d-07d77863369a" providerId="ADAL" clId="{0E2D40E9-9299-48CF-A889-7ACA2E8B9A3B}" dt="2022-01-11T19:31:25.414" v="1300" actId="26606"/>
        <pc:sldMkLst>
          <pc:docMk/>
          <pc:sldMk cId="3227766451" sldId="307"/>
        </pc:sldMkLst>
        <pc:spChg chg="mod">
          <ac:chgData name="Usman Shahzad" userId="b29716b6-ea3c-4e66-9f8d-07d77863369a" providerId="ADAL" clId="{0E2D40E9-9299-48CF-A889-7ACA2E8B9A3B}" dt="2022-01-11T19:31:25.414" v="1300" actId="26606"/>
          <ac:spMkLst>
            <pc:docMk/>
            <pc:sldMk cId="3227766451" sldId="307"/>
            <ac:spMk id="2" creationId="{E092E635-7DCD-41A0-85D3-AEEB9BA7E826}"/>
          </ac:spMkLst>
        </pc:spChg>
        <pc:spChg chg="del">
          <ac:chgData name="Usman Shahzad" userId="b29716b6-ea3c-4e66-9f8d-07d77863369a" providerId="ADAL" clId="{0E2D40E9-9299-48CF-A889-7ACA2E8B9A3B}" dt="2022-01-11T19:31:17.542" v="1299" actId="478"/>
          <ac:spMkLst>
            <pc:docMk/>
            <pc:sldMk cId="3227766451" sldId="307"/>
            <ac:spMk id="3" creationId="{D109DFBE-6831-4E07-A6C8-4D9A7EF0D4D9}"/>
          </ac:spMkLst>
        </pc:spChg>
        <pc:spChg chg="add">
          <ac:chgData name="Usman Shahzad" userId="b29716b6-ea3c-4e66-9f8d-07d77863369a" providerId="ADAL" clId="{0E2D40E9-9299-48CF-A889-7ACA2E8B9A3B}" dt="2022-01-11T19:31:25.414" v="1300" actId="26606"/>
          <ac:spMkLst>
            <pc:docMk/>
            <pc:sldMk cId="3227766451" sldId="307"/>
            <ac:spMk id="7" creationId="{66B332A4-D438-4773-A77F-5ED49A448D9D}"/>
          </ac:spMkLst>
        </pc:spChg>
        <pc:spChg chg="add">
          <ac:chgData name="Usman Shahzad" userId="b29716b6-ea3c-4e66-9f8d-07d77863369a" providerId="ADAL" clId="{0E2D40E9-9299-48CF-A889-7ACA2E8B9A3B}" dt="2022-01-11T19:31:25.414" v="1300" actId="26606"/>
          <ac:spMkLst>
            <pc:docMk/>
            <pc:sldMk cId="3227766451" sldId="307"/>
            <ac:spMk id="9" creationId="{DF9AD32D-FF05-44F4-BD4D-9CEE89B71EB9}"/>
          </ac:spMkLst>
        </pc:spChg>
      </pc:sldChg>
    </pc:docChg>
  </pc:docChgLst>
  <pc:docChgLst>
    <pc:chgData name="Usman Shahzad" userId="b29716b6-ea3c-4e66-9f8d-07d77863369a" providerId="ADAL" clId="{83903128-B5F6-4B61-AE0F-96085FA88CC9}"/>
    <pc:docChg chg="undo custSel modSld">
      <pc:chgData name="Usman Shahzad" userId="b29716b6-ea3c-4e66-9f8d-07d77863369a" providerId="ADAL" clId="{83903128-B5F6-4B61-AE0F-96085FA88CC9}" dt="2022-01-17T23:06:25.085" v="1244" actId="13926"/>
      <pc:docMkLst>
        <pc:docMk/>
      </pc:docMkLst>
      <pc:sldChg chg="modSp mod">
        <pc:chgData name="Usman Shahzad" userId="b29716b6-ea3c-4e66-9f8d-07d77863369a" providerId="ADAL" clId="{83903128-B5F6-4B61-AE0F-96085FA88CC9}" dt="2022-01-17T21:07:31.154" v="340" actId="20577"/>
        <pc:sldMkLst>
          <pc:docMk/>
          <pc:sldMk cId="192331626" sldId="270"/>
        </pc:sldMkLst>
        <pc:spChg chg="mod">
          <ac:chgData name="Usman Shahzad" userId="b29716b6-ea3c-4e66-9f8d-07d77863369a" providerId="ADAL" clId="{83903128-B5F6-4B61-AE0F-96085FA88CC9}" dt="2022-01-17T21:07:31.154" v="340" actId="20577"/>
          <ac:spMkLst>
            <pc:docMk/>
            <pc:sldMk cId="192331626" sldId="270"/>
            <ac:spMk id="3" creationId="{77F13FE8-F07F-471B-ACE1-22B92F7DBA6A}"/>
          </ac:spMkLst>
        </pc:spChg>
      </pc:sldChg>
      <pc:sldChg chg="modSp mod">
        <pc:chgData name="Usman Shahzad" userId="b29716b6-ea3c-4e66-9f8d-07d77863369a" providerId="ADAL" clId="{83903128-B5F6-4B61-AE0F-96085FA88CC9}" dt="2022-01-17T22:26:40.122" v="1208" actId="20577"/>
        <pc:sldMkLst>
          <pc:docMk/>
          <pc:sldMk cId="2548799347" sldId="272"/>
        </pc:sldMkLst>
        <pc:spChg chg="mod">
          <ac:chgData name="Usman Shahzad" userId="b29716b6-ea3c-4e66-9f8d-07d77863369a" providerId="ADAL" clId="{83903128-B5F6-4B61-AE0F-96085FA88CC9}" dt="2022-01-17T22:26:40.122" v="1208" actId="20577"/>
          <ac:spMkLst>
            <pc:docMk/>
            <pc:sldMk cId="2548799347" sldId="272"/>
            <ac:spMk id="3" creationId="{525BF9DB-DEF7-481D-A877-31901F058CE2}"/>
          </ac:spMkLst>
        </pc:spChg>
      </pc:sldChg>
      <pc:sldChg chg="modSp mod">
        <pc:chgData name="Usman Shahzad" userId="b29716b6-ea3c-4e66-9f8d-07d77863369a" providerId="ADAL" clId="{83903128-B5F6-4B61-AE0F-96085FA88CC9}" dt="2022-01-17T21:05:01.623" v="297" actId="20577"/>
        <pc:sldMkLst>
          <pc:docMk/>
          <pc:sldMk cId="855291476" sldId="273"/>
        </pc:sldMkLst>
        <pc:spChg chg="mod">
          <ac:chgData name="Usman Shahzad" userId="b29716b6-ea3c-4e66-9f8d-07d77863369a" providerId="ADAL" clId="{83903128-B5F6-4B61-AE0F-96085FA88CC9}" dt="2022-01-17T21:05:01.623" v="297" actId="20577"/>
          <ac:spMkLst>
            <pc:docMk/>
            <pc:sldMk cId="855291476" sldId="273"/>
            <ac:spMk id="3" creationId="{F05C0701-A1D7-427D-BF8C-4ABA8329658B}"/>
          </ac:spMkLst>
        </pc:spChg>
      </pc:sldChg>
      <pc:sldChg chg="modSp mod">
        <pc:chgData name="Usman Shahzad" userId="b29716b6-ea3c-4e66-9f8d-07d77863369a" providerId="ADAL" clId="{83903128-B5F6-4B61-AE0F-96085FA88CC9}" dt="2022-01-17T21:08:53.849" v="375" actId="20577"/>
        <pc:sldMkLst>
          <pc:docMk/>
          <pc:sldMk cId="675729037" sldId="274"/>
        </pc:sldMkLst>
        <pc:spChg chg="mod">
          <ac:chgData name="Usman Shahzad" userId="b29716b6-ea3c-4e66-9f8d-07d77863369a" providerId="ADAL" clId="{83903128-B5F6-4B61-AE0F-96085FA88CC9}" dt="2022-01-17T21:08:53.849" v="375" actId="20577"/>
          <ac:spMkLst>
            <pc:docMk/>
            <pc:sldMk cId="675729037" sldId="274"/>
            <ac:spMk id="2" creationId="{AEE81C12-ED1C-485B-8BB9-F466B60B318A}"/>
          </ac:spMkLst>
        </pc:spChg>
        <pc:spChg chg="mod">
          <ac:chgData name="Usman Shahzad" userId="b29716b6-ea3c-4e66-9f8d-07d77863369a" providerId="ADAL" clId="{83903128-B5F6-4B61-AE0F-96085FA88CC9}" dt="2022-01-17T21:08:48.675" v="368" actId="13926"/>
          <ac:spMkLst>
            <pc:docMk/>
            <pc:sldMk cId="675729037" sldId="274"/>
            <ac:spMk id="3" creationId="{095EB2F8-061E-4313-B76C-53A962A1E8D2}"/>
          </ac:spMkLst>
        </pc:spChg>
      </pc:sldChg>
      <pc:sldChg chg="modSp mod">
        <pc:chgData name="Usman Shahzad" userId="b29716b6-ea3c-4e66-9f8d-07d77863369a" providerId="ADAL" clId="{83903128-B5F6-4B61-AE0F-96085FA88CC9}" dt="2022-01-17T21:10:54.929" v="396" actId="20577"/>
        <pc:sldMkLst>
          <pc:docMk/>
          <pc:sldMk cId="2449972143" sldId="275"/>
        </pc:sldMkLst>
        <pc:spChg chg="mod">
          <ac:chgData name="Usman Shahzad" userId="b29716b6-ea3c-4e66-9f8d-07d77863369a" providerId="ADAL" clId="{83903128-B5F6-4B61-AE0F-96085FA88CC9}" dt="2022-01-17T21:10:54.929" v="396" actId="20577"/>
          <ac:spMkLst>
            <pc:docMk/>
            <pc:sldMk cId="2449972143" sldId="275"/>
            <ac:spMk id="2" creationId="{50FCFB86-E1D6-425B-BACC-D2FAF9D4B4B3}"/>
          </ac:spMkLst>
        </pc:spChg>
        <pc:spChg chg="mod">
          <ac:chgData name="Usman Shahzad" userId="b29716b6-ea3c-4e66-9f8d-07d77863369a" providerId="ADAL" clId="{83903128-B5F6-4B61-AE0F-96085FA88CC9}" dt="2022-01-17T21:10:51.520" v="389" actId="13926"/>
          <ac:spMkLst>
            <pc:docMk/>
            <pc:sldMk cId="2449972143" sldId="275"/>
            <ac:spMk id="3" creationId="{69EF7BD6-1D7C-48BA-8269-65450293143D}"/>
          </ac:spMkLst>
        </pc:spChg>
      </pc:sldChg>
      <pc:sldChg chg="modSp mod">
        <pc:chgData name="Usman Shahzad" userId="b29716b6-ea3c-4e66-9f8d-07d77863369a" providerId="ADAL" clId="{83903128-B5F6-4B61-AE0F-96085FA88CC9}" dt="2022-01-17T21:12:58.114" v="425" actId="13926"/>
        <pc:sldMkLst>
          <pc:docMk/>
          <pc:sldMk cId="1584936955" sldId="276"/>
        </pc:sldMkLst>
        <pc:spChg chg="mod">
          <ac:chgData name="Usman Shahzad" userId="b29716b6-ea3c-4e66-9f8d-07d77863369a" providerId="ADAL" clId="{83903128-B5F6-4B61-AE0F-96085FA88CC9}" dt="2022-01-17T21:12:58.114" v="425" actId="13926"/>
          <ac:spMkLst>
            <pc:docMk/>
            <pc:sldMk cId="1584936955" sldId="276"/>
            <ac:spMk id="3" creationId="{B46DA6A4-64DB-4BCE-AF59-4911F28E6251}"/>
          </ac:spMkLst>
        </pc:spChg>
      </pc:sldChg>
      <pc:sldChg chg="modSp mod">
        <pc:chgData name="Usman Shahzad" userId="b29716b6-ea3c-4e66-9f8d-07d77863369a" providerId="ADAL" clId="{83903128-B5F6-4B61-AE0F-96085FA88CC9}" dt="2022-01-17T21:15:49.004" v="455" actId="20577"/>
        <pc:sldMkLst>
          <pc:docMk/>
          <pc:sldMk cId="43841850" sldId="278"/>
        </pc:sldMkLst>
        <pc:spChg chg="mod">
          <ac:chgData name="Usman Shahzad" userId="b29716b6-ea3c-4e66-9f8d-07d77863369a" providerId="ADAL" clId="{83903128-B5F6-4B61-AE0F-96085FA88CC9}" dt="2022-01-17T21:15:49.004" v="455" actId="20577"/>
          <ac:spMkLst>
            <pc:docMk/>
            <pc:sldMk cId="43841850" sldId="278"/>
            <ac:spMk id="3" creationId="{3A1725DB-E095-4A38-A3C5-40FFB44D85E9}"/>
          </ac:spMkLst>
        </pc:spChg>
      </pc:sldChg>
      <pc:sldChg chg="modSp mod">
        <pc:chgData name="Usman Shahzad" userId="b29716b6-ea3c-4e66-9f8d-07d77863369a" providerId="ADAL" clId="{83903128-B5F6-4B61-AE0F-96085FA88CC9}" dt="2022-01-17T21:17:01.482" v="460" actId="20577"/>
        <pc:sldMkLst>
          <pc:docMk/>
          <pc:sldMk cId="2244628075" sldId="279"/>
        </pc:sldMkLst>
        <pc:spChg chg="mod">
          <ac:chgData name="Usman Shahzad" userId="b29716b6-ea3c-4e66-9f8d-07d77863369a" providerId="ADAL" clId="{83903128-B5F6-4B61-AE0F-96085FA88CC9}" dt="2022-01-17T21:17:01.482" v="460" actId="20577"/>
          <ac:spMkLst>
            <pc:docMk/>
            <pc:sldMk cId="2244628075" sldId="279"/>
            <ac:spMk id="3" creationId="{C599EB51-48FD-4D27-B68F-BEF42ABE4930}"/>
          </ac:spMkLst>
        </pc:spChg>
      </pc:sldChg>
      <pc:sldChg chg="modSp mod">
        <pc:chgData name="Usman Shahzad" userId="b29716b6-ea3c-4e66-9f8d-07d77863369a" providerId="ADAL" clId="{83903128-B5F6-4B61-AE0F-96085FA88CC9}" dt="2022-01-17T21:22:13.539" v="545" actId="13926"/>
        <pc:sldMkLst>
          <pc:docMk/>
          <pc:sldMk cId="2500379591" sldId="280"/>
        </pc:sldMkLst>
        <pc:spChg chg="mod">
          <ac:chgData name="Usman Shahzad" userId="b29716b6-ea3c-4e66-9f8d-07d77863369a" providerId="ADAL" clId="{83903128-B5F6-4B61-AE0F-96085FA88CC9}" dt="2022-01-17T21:22:13.539" v="545" actId="13926"/>
          <ac:spMkLst>
            <pc:docMk/>
            <pc:sldMk cId="2500379591" sldId="280"/>
            <ac:spMk id="3" creationId="{8F710FE5-533D-4017-99BE-BB1BBDE95F44}"/>
          </ac:spMkLst>
        </pc:spChg>
      </pc:sldChg>
      <pc:sldChg chg="modSp mod">
        <pc:chgData name="Usman Shahzad" userId="b29716b6-ea3c-4e66-9f8d-07d77863369a" providerId="ADAL" clId="{83903128-B5F6-4B61-AE0F-96085FA88CC9}" dt="2022-01-17T23:05:52.099" v="1223" actId="20577"/>
        <pc:sldMkLst>
          <pc:docMk/>
          <pc:sldMk cId="2455971106" sldId="281"/>
        </pc:sldMkLst>
        <pc:spChg chg="mod">
          <ac:chgData name="Usman Shahzad" userId="b29716b6-ea3c-4e66-9f8d-07d77863369a" providerId="ADAL" clId="{83903128-B5F6-4B61-AE0F-96085FA88CC9}" dt="2022-01-17T23:05:52.099" v="1223" actId="20577"/>
          <ac:spMkLst>
            <pc:docMk/>
            <pc:sldMk cId="2455971106" sldId="281"/>
            <ac:spMk id="3" creationId="{74025181-9377-43E9-98FE-FCE43DC0C2B4}"/>
          </ac:spMkLst>
        </pc:spChg>
      </pc:sldChg>
      <pc:sldChg chg="modSp mod">
        <pc:chgData name="Usman Shahzad" userId="b29716b6-ea3c-4e66-9f8d-07d77863369a" providerId="ADAL" clId="{83903128-B5F6-4B61-AE0F-96085FA88CC9}" dt="2022-01-17T21:39:00.024" v="641" actId="13926"/>
        <pc:sldMkLst>
          <pc:docMk/>
          <pc:sldMk cId="2532639789" sldId="282"/>
        </pc:sldMkLst>
        <pc:spChg chg="mod">
          <ac:chgData name="Usman Shahzad" userId="b29716b6-ea3c-4e66-9f8d-07d77863369a" providerId="ADAL" clId="{83903128-B5F6-4B61-AE0F-96085FA88CC9}" dt="2022-01-17T21:39:00.024" v="641" actId="13926"/>
          <ac:spMkLst>
            <pc:docMk/>
            <pc:sldMk cId="2532639789" sldId="282"/>
            <ac:spMk id="3" creationId="{8DE699E6-1910-46D7-828A-0B511EB31CAD}"/>
          </ac:spMkLst>
        </pc:spChg>
      </pc:sldChg>
      <pc:sldChg chg="modSp mod">
        <pc:chgData name="Usman Shahzad" userId="b29716b6-ea3c-4e66-9f8d-07d77863369a" providerId="ADAL" clId="{83903128-B5F6-4B61-AE0F-96085FA88CC9}" dt="2022-01-17T21:41:15.564" v="648" actId="5793"/>
        <pc:sldMkLst>
          <pc:docMk/>
          <pc:sldMk cId="1441468573" sldId="283"/>
        </pc:sldMkLst>
        <pc:spChg chg="mod">
          <ac:chgData name="Usman Shahzad" userId="b29716b6-ea3c-4e66-9f8d-07d77863369a" providerId="ADAL" clId="{83903128-B5F6-4B61-AE0F-96085FA88CC9}" dt="2022-01-17T21:41:15.564" v="648" actId="5793"/>
          <ac:spMkLst>
            <pc:docMk/>
            <pc:sldMk cId="1441468573" sldId="283"/>
            <ac:spMk id="3" creationId="{A1727790-0872-4559-90B1-9CD02CE247F4}"/>
          </ac:spMkLst>
        </pc:spChg>
      </pc:sldChg>
      <pc:sldChg chg="modSp mod">
        <pc:chgData name="Usman Shahzad" userId="b29716b6-ea3c-4e66-9f8d-07d77863369a" providerId="ADAL" clId="{83903128-B5F6-4B61-AE0F-96085FA88CC9}" dt="2022-01-17T21:41:47.538" v="664" actId="13926"/>
        <pc:sldMkLst>
          <pc:docMk/>
          <pc:sldMk cId="1100380513" sldId="284"/>
        </pc:sldMkLst>
        <pc:spChg chg="mod">
          <ac:chgData name="Usman Shahzad" userId="b29716b6-ea3c-4e66-9f8d-07d77863369a" providerId="ADAL" clId="{83903128-B5F6-4B61-AE0F-96085FA88CC9}" dt="2022-01-17T21:41:47.538" v="664" actId="13926"/>
          <ac:spMkLst>
            <pc:docMk/>
            <pc:sldMk cId="1100380513" sldId="284"/>
            <ac:spMk id="3" creationId="{E2821FE1-FC4F-4F16-A21D-BAF53B400ADE}"/>
          </ac:spMkLst>
        </pc:spChg>
      </pc:sldChg>
      <pc:sldChg chg="modSp mod">
        <pc:chgData name="Usman Shahzad" userId="b29716b6-ea3c-4e66-9f8d-07d77863369a" providerId="ADAL" clId="{83903128-B5F6-4B61-AE0F-96085FA88CC9}" dt="2022-01-17T23:06:25.085" v="1244" actId="13926"/>
        <pc:sldMkLst>
          <pc:docMk/>
          <pc:sldMk cId="1695447137" sldId="285"/>
        </pc:sldMkLst>
        <pc:spChg chg="mod">
          <ac:chgData name="Usman Shahzad" userId="b29716b6-ea3c-4e66-9f8d-07d77863369a" providerId="ADAL" clId="{83903128-B5F6-4B61-AE0F-96085FA88CC9}" dt="2022-01-17T23:06:25.085" v="1244" actId="13926"/>
          <ac:spMkLst>
            <pc:docMk/>
            <pc:sldMk cId="1695447137" sldId="285"/>
            <ac:spMk id="3" creationId="{B7E16993-8E60-4B70-A5DC-EDA76D9E230D}"/>
          </ac:spMkLst>
        </pc:spChg>
      </pc:sldChg>
      <pc:sldChg chg="modSp">
        <pc:chgData name="Usman Shahzad" userId="b29716b6-ea3c-4e66-9f8d-07d77863369a" providerId="ADAL" clId="{83903128-B5F6-4B61-AE0F-96085FA88CC9}" dt="2022-01-17T22:24:30.402" v="1163" actId="20577"/>
        <pc:sldMkLst>
          <pc:docMk/>
          <pc:sldMk cId="4159105443" sldId="286"/>
        </pc:sldMkLst>
        <pc:graphicFrameChg chg="mod">
          <ac:chgData name="Usman Shahzad" userId="b29716b6-ea3c-4e66-9f8d-07d77863369a" providerId="ADAL" clId="{83903128-B5F6-4B61-AE0F-96085FA88CC9}" dt="2022-01-17T22:24:30.402" v="1163" actId="20577"/>
          <ac:graphicFrameMkLst>
            <pc:docMk/>
            <pc:sldMk cId="4159105443" sldId="286"/>
            <ac:graphicFrameMk id="14" creationId="{912792C3-CE17-40EF-971A-6A663DD3062D}"/>
          </ac:graphicFrameMkLst>
        </pc:graphicFrameChg>
      </pc:sldChg>
      <pc:sldChg chg="modSp mod">
        <pc:chgData name="Usman Shahzad" userId="b29716b6-ea3c-4e66-9f8d-07d77863369a" providerId="ADAL" clId="{83903128-B5F6-4B61-AE0F-96085FA88CC9}" dt="2022-01-17T21:50:46.342" v="738" actId="13926"/>
        <pc:sldMkLst>
          <pc:docMk/>
          <pc:sldMk cId="1315312624" sldId="288"/>
        </pc:sldMkLst>
        <pc:spChg chg="mod">
          <ac:chgData name="Usman Shahzad" userId="b29716b6-ea3c-4e66-9f8d-07d77863369a" providerId="ADAL" clId="{83903128-B5F6-4B61-AE0F-96085FA88CC9}" dt="2022-01-17T21:50:46.342" v="738" actId="13926"/>
          <ac:spMkLst>
            <pc:docMk/>
            <pc:sldMk cId="1315312624" sldId="288"/>
            <ac:spMk id="3" creationId="{6B843D65-474A-4B3E-8178-43CCB94247F2}"/>
          </ac:spMkLst>
        </pc:spChg>
      </pc:sldChg>
      <pc:sldChg chg="modSp mod">
        <pc:chgData name="Usman Shahzad" userId="b29716b6-ea3c-4e66-9f8d-07d77863369a" providerId="ADAL" clId="{83903128-B5F6-4B61-AE0F-96085FA88CC9}" dt="2022-01-17T22:03:28.422" v="937" actId="13926"/>
        <pc:sldMkLst>
          <pc:docMk/>
          <pc:sldMk cId="3709138735" sldId="292"/>
        </pc:sldMkLst>
        <pc:spChg chg="mod">
          <ac:chgData name="Usman Shahzad" userId="b29716b6-ea3c-4e66-9f8d-07d77863369a" providerId="ADAL" clId="{83903128-B5F6-4B61-AE0F-96085FA88CC9}" dt="2022-01-17T22:03:28.422" v="937" actId="13926"/>
          <ac:spMkLst>
            <pc:docMk/>
            <pc:sldMk cId="3709138735" sldId="292"/>
            <ac:spMk id="3" creationId="{9F70FC6F-F400-4FD6-BEC8-9CB782E76062}"/>
          </ac:spMkLst>
        </pc:spChg>
      </pc:sldChg>
      <pc:sldChg chg="modSp mod">
        <pc:chgData name="Usman Shahzad" userId="b29716b6-ea3c-4e66-9f8d-07d77863369a" providerId="ADAL" clId="{83903128-B5F6-4B61-AE0F-96085FA88CC9}" dt="2022-01-17T21:57:45.397" v="809" actId="13926"/>
        <pc:sldMkLst>
          <pc:docMk/>
          <pc:sldMk cId="669873402" sldId="293"/>
        </pc:sldMkLst>
        <pc:spChg chg="mod">
          <ac:chgData name="Usman Shahzad" userId="b29716b6-ea3c-4e66-9f8d-07d77863369a" providerId="ADAL" clId="{83903128-B5F6-4B61-AE0F-96085FA88CC9}" dt="2022-01-17T21:57:45.397" v="809" actId="13926"/>
          <ac:spMkLst>
            <pc:docMk/>
            <pc:sldMk cId="669873402" sldId="293"/>
            <ac:spMk id="3" creationId="{79B87CDF-B4B7-406A-8787-0B33FC3F479D}"/>
          </ac:spMkLst>
        </pc:spChg>
      </pc:sldChg>
      <pc:sldChg chg="modSp mod">
        <pc:chgData name="Usman Shahzad" userId="b29716b6-ea3c-4e66-9f8d-07d77863369a" providerId="ADAL" clId="{83903128-B5F6-4B61-AE0F-96085FA88CC9}" dt="2022-01-17T22:02:30.378" v="905" actId="20577"/>
        <pc:sldMkLst>
          <pc:docMk/>
          <pc:sldMk cId="508673500" sldId="295"/>
        </pc:sldMkLst>
        <pc:spChg chg="mod">
          <ac:chgData name="Usman Shahzad" userId="b29716b6-ea3c-4e66-9f8d-07d77863369a" providerId="ADAL" clId="{83903128-B5F6-4B61-AE0F-96085FA88CC9}" dt="2022-01-17T22:02:30.378" v="905" actId="20577"/>
          <ac:spMkLst>
            <pc:docMk/>
            <pc:sldMk cId="508673500" sldId="295"/>
            <ac:spMk id="3" creationId="{949C50DE-8252-44B3-8484-9C1FCBD30482}"/>
          </ac:spMkLst>
        </pc:spChg>
      </pc:sldChg>
      <pc:sldChg chg="modSp mod">
        <pc:chgData name="Usman Shahzad" userId="b29716b6-ea3c-4e66-9f8d-07d77863369a" providerId="ADAL" clId="{83903128-B5F6-4B61-AE0F-96085FA88CC9}" dt="2022-01-17T22:04:17.906" v="955" actId="13926"/>
        <pc:sldMkLst>
          <pc:docMk/>
          <pc:sldMk cId="3487876812" sldId="296"/>
        </pc:sldMkLst>
        <pc:spChg chg="mod">
          <ac:chgData name="Usman Shahzad" userId="b29716b6-ea3c-4e66-9f8d-07d77863369a" providerId="ADAL" clId="{83903128-B5F6-4B61-AE0F-96085FA88CC9}" dt="2022-01-17T22:04:17.906" v="955" actId="13926"/>
          <ac:spMkLst>
            <pc:docMk/>
            <pc:sldMk cId="3487876812" sldId="296"/>
            <ac:spMk id="3" creationId="{9B758818-523F-4CF7-BF18-C7CA6EAA5D2B}"/>
          </ac:spMkLst>
        </pc:spChg>
      </pc:sldChg>
      <pc:sldChg chg="modSp mod">
        <pc:chgData name="Usman Shahzad" userId="b29716b6-ea3c-4e66-9f8d-07d77863369a" providerId="ADAL" clId="{83903128-B5F6-4B61-AE0F-96085FA88CC9}" dt="2022-01-17T22:06:28.273" v="1001" actId="13926"/>
        <pc:sldMkLst>
          <pc:docMk/>
          <pc:sldMk cId="647142420" sldId="297"/>
        </pc:sldMkLst>
        <pc:spChg chg="mod">
          <ac:chgData name="Usman Shahzad" userId="b29716b6-ea3c-4e66-9f8d-07d77863369a" providerId="ADAL" clId="{83903128-B5F6-4B61-AE0F-96085FA88CC9}" dt="2022-01-17T22:06:28.273" v="1001" actId="13926"/>
          <ac:spMkLst>
            <pc:docMk/>
            <pc:sldMk cId="647142420" sldId="297"/>
            <ac:spMk id="3" creationId="{FA6AE680-9607-4359-A371-44F3A5EDBF4C}"/>
          </ac:spMkLst>
        </pc:spChg>
      </pc:sldChg>
      <pc:sldChg chg="modSp mod">
        <pc:chgData name="Usman Shahzad" userId="b29716b6-ea3c-4e66-9f8d-07d77863369a" providerId="ADAL" clId="{83903128-B5F6-4B61-AE0F-96085FA88CC9}" dt="2022-01-17T22:07:11.869" v="1024" actId="20577"/>
        <pc:sldMkLst>
          <pc:docMk/>
          <pc:sldMk cId="803404123" sldId="298"/>
        </pc:sldMkLst>
        <pc:spChg chg="mod">
          <ac:chgData name="Usman Shahzad" userId="b29716b6-ea3c-4e66-9f8d-07d77863369a" providerId="ADAL" clId="{83903128-B5F6-4B61-AE0F-96085FA88CC9}" dt="2022-01-17T22:07:11.869" v="1024" actId="20577"/>
          <ac:spMkLst>
            <pc:docMk/>
            <pc:sldMk cId="803404123" sldId="298"/>
            <ac:spMk id="3" creationId="{16F75F76-58FC-4F65-AB45-89CCD0C577F7}"/>
          </ac:spMkLst>
        </pc:spChg>
      </pc:sldChg>
      <pc:sldChg chg="modSp mod">
        <pc:chgData name="Usman Shahzad" userId="b29716b6-ea3c-4e66-9f8d-07d77863369a" providerId="ADAL" clId="{83903128-B5F6-4B61-AE0F-96085FA88CC9}" dt="2022-01-17T22:08:46.418" v="1077" actId="13926"/>
        <pc:sldMkLst>
          <pc:docMk/>
          <pc:sldMk cId="1199453169" sldId="299"/>
        </pc:sldMkLst>
        <pc:spChg chg="mod">
          <ac:chgData name="Usman Shahzad" userId="b29716b6-ea3c-4e66-9f8d-07d77863369a" providerId="ADAL" clId="{83903128-B5F6-4B61-AE0F-96085FA88CC9}" dt="2022-01-17T22:08:46.418" v="1077" actId="13926"/>
          <ac:spMkLst>
            <pc:docMk/>
            <pc:sldMk cId="1199453169" sldId="299"/>
            <ac:spMk id="3" creationId="{41074FDF-E0EA-4EE8-9D7C-B62F2C6DA992}"/>
          </ac:spMkLst>
        </pc:spChg>
      </pc:sldChg>
      <pc:sldChg chg="modSp mod">
        <pc:chgData name="Usman Shahzad" userId="b29716b6-ea3c-4e66-9f8d-07d77863369a" providerId="ADAL" clId="{83903128-B5F6-4B61-AE0F-96085FA88CC9}" dt="2022-01-17T22:09:14.771" v="1079" actId="13926"/>
        <pc:sldMkLst>
          <pc:docMk/>
          <pc:sldMk cId="2295637310" sldId="300"/>
        </pc:sldMkLst>
        <pc:spChg chg="mod">
          <ac:chgData name="Usman Shahzad" userId="b29716b6-ea3c-4e66-9f8d-07d77863369a" providerId="ADAL" clId="{83903128-B5F6-4B61-AE0F-96085FA88CC9}" dt="2022-01-17T22:09:14.771" v="1079" actId="13926"/>
          <ac:spMkLst>
            <pc:docMk/>
            <pc:sldMk cId="2295637310" sldId="300"/>
            <ac:spMk id="3" creationId="{0CD52269-5329-4C30-B125-E4A2AEB8A440}"/>
          </ac:spMkLst>
        </pc:spChg>
      </pc:sldChg>
      <pc:sldChg chg="modSp mod">
        <pc:chgData name="Usman Shahzad" userId="b29716b6-ea3c-4e66-9f8d-07d77863369a" providerId="ADAL" clId="{83903128-B5F6-4B61-AE0F-96085FA88CC9}" dt="2022-01-17T22:15:08.755" v="1121" actId="13926"/>
        <pc:sldMkLst>
          <pc:docMk/>
          <pc:sldMk cId="2281020927" sldId="301"/>
        </pc:sldMkLst>
        <pc:spChg chg="mod">
          <ac:chgData name="Usman Shahzad" userId="b29716b6-ea3c-4e66-9f8d-07d77863369a" providerId="ADAL" clId="{83903128-B5F6-4B61-AE0F-96085FA88CC9}" dt="2022-01-17T22:15:08.755" v="1121" actId="13926"/>
          <ac:spMkLst>
            <pc:docMk/>
            <pc:sldMk cId="2281020927" sldId="301"/>
            <ac:spMk id="3" creationId="{055669CA-CE71-45FA-A6F6-B046D6FBCBFC}"/>
          </ac:spMkLst>
        </pc:spChg>
      </pc:sldChg>
      <pc:sldChg chg="modSp mod">
        <pc:chgData name="Usman Shahzad" userId="b29716b6-ea3c-4e66-9f8d-07d77863369a" providerId="ADAL" clId="{83903128-B5F6-4B61-AE0F-96085FA88CC9}" dt="2022-01-17T22:17:54.330" v="1125" actId="13926"/>
        <pc:sldMkLst>
          <pc:docMk/>
          <pc:sldMk cId="712929803" sldId="302"/>
        </pc:sldMkLst>
        <pc:spChg chg="mod">
          <ac:chgData name="Usman Shahzad" userId="b29716b6-ea3c-4e66-9f8d-07d77863369a" providerId="ADAL" clId="{83903128-B5F6-4B61-AE0F-96085FA88CC9}" dt="2022-01-17T22:17:54.330" v="1125" actId="13926"/>
          <ac:spMkLst>
            <pc:docMk/>
            <pc:sldMk cId="712929803" sldId="302"/>
            <ac:spMk id="3" creationId="{9409BCDE-850B-4090-BEFF-B3C98659AA5E}"/>
          </ac:spMkLst>
        </pc:spChg>
      </pc:sldChg>
      <pc:sldChg chg="modSp mod">
        <pc:chgData name="Usman Shahzad" userId="b29716b6-ea3c-4e66-9f8d-07d77863369a" providerId="ADAL" clId="{83903128-B5F6-4B61-AE0F-96085FA88CC9}" dt="2022-01-17T22:19:00.440" v="1134" actId="27636"/>
        <pc:sldMkLst>
          <pc:docMk/>
          <pc:sldMk cId="2330110921" sldId="303"/>
        </pc:sldMkLst>
        <pc:spChg chg="mod">
          <ac:chgData name="Usman Shahzad" userId="b29716b6-ea3c-4e66-9f8d-07d77863369a" providerId="ADAL" clId="{83903128-B5F6-4B61-AE0F-96085FA88CC9}" dt="2022-01-17T22:19:00.440" v="1134" actId="27636"/>
          <ac:spMkLst>
            <pc:docMk/>
            <pc:sldMk cId="2330110921" sldId="303"/>
            <ac:spMk id="3" creationId="{53921F48-C3DD-4CE8-A535-BEEB65BBDE00}"/>
          </ac:spMkLst>
        </pc:spChg>
      </pc:sldChg>
      <pc:sldChg chg="modSp mod">
        <pc:chgData name="Usman Shahzad" userId="b29716b6-ea3c-4e66-9f8d-07d77863369a" providerId="ADAL" clId="{83903128-B5F6-4B61-AE0F-96085FA88CC9}" dt="2022-01-17T22:24:11.635" v="1162" actId="20577"/>
        <pc:sldMkLst>
          <pc:docMk/>
          <pc:sldMk cId="1857330929" sldId="304"/>
        </pc:sldMkLst>
        <pc:spChg chg="mod">
          <ac:chgData name="Usman Shahzad" userId="b29716b6-ea3c-4e66-9f8d-07d77863369a" providerId="ADAL" clId="{83903128-B5F6-4B61-AE0F-96085FA88CC9}" dt="2022-01-17T22:24:11.635" v="1162" actId="20577"/>
          <ac:spMkLst>
            <pc:docMk/>
            <pc:sldMk cId="1857330929" sldId="304"/>
            <ac:spMk id="3" creationId="{5BC1ACA7-E59A-4ED4-A18C-CE24CA67A460}"/>
          </ac:spMkLst>
        </pc:spChg>
      </pc:sldChg>
      <pc:sldChg chg="modSp mod">
        <pc:chgData name="Usman Shahzad" userId="b29716b6-ea3c-4e66-9f8d-07d77863369a" providerId="ADAL" clId="{83903128-B5F6-4B61-AE0F-96085FA88CC9}" dt="2022-01-17T21:47:24.237" v="670" actId="13926"/>
        <pc:sldMkLst>
          <pc:docMk/>
          <pc:sldMk cId="1246989855" sldId="308"/>
        </pc:sldMkLst>
        <pc:spChg chg="mod">
          <ac:chgData name="Usman Shahzad" userId="b29716b6-ea3c-4e66-9f8d-07d77863369a" providerId="ADAL" clId="{83903128-B5F6-4B61-AE0F-96085FA88CC9}" dt="2022-01-17T21:47:24.237" v="670" actId="13926"/>
          <ac:spMkLst>
            <pc:docMk/>
            <pc:sldMk cId="1246989855" sldId="308"/>
            <ac:spMk id="2" creationId="{2E056509-A09E-49EF-88AE-125CB587B5F3}"/>
          </ac:spMkLst>
        </pc:spChg>
        <pc:spChg chg="mod">
          <ac:chgData name="Usman Shahzad" userId="b29716b6-ea3c-4e66-9f8d-07d77863369a" providerId="ADAL" clId="{83903128-B5F6-4B61-AE0F-96085FA88CC9}" dt="2022-01-17T20:44:01.439" v="69" actId="20577"/>
          <ac:spMkLst>
            <pc:docMk/>
            <pc:sldMk cId="1246989855" sldId="308"/>
            <ac:spMk id="3" creationId="{797E4654-B760-4480-9F40-3006EB53DBDB}"/>
          </ac:spMkLst>
        </pc:spChg>
      </pc:sldChg>
      <pc:sldChg chg="modSp mod">
        <pc:chgData name="Usman Shahzad" userId="b29716b6-ea3c-4e66-9f8d-07d77863369a" providerId="ADAL" clId="{83903128-B5F6-4B61-AE0F-96085FA88CC9}" dt="2022-01-17T21:47:30.781" v="671" actId="13926"/>
        <pc:sldMkLst>
          <pc:docMk/>
          <pc:sldMk cId="80967114" sldId="309"/>
        </pc:sldMkLst>
        <pc:spChg chg="mod">
          <ac:chgData name="Usman Shahzad" userId="b29716b6-ea3c-4e66-9f8d-07d77863369a" providerId="ADAL" clId="{83903128-B5F6-4B61-AE0F-96085FA88CC9}" dt="2022-01-17T21:47:30.781" v="671" actId="13926"/>
          <ac:spMkLst>
            <pc:docMk/>
            <pc:sldMk cId="80967114" sldId="309"/>
            <ac:spMk id="2" creationId="{87315FFF-7AD8-49DC-A014-C0B01765238D}"/>
          </ac:spMkLst>
        </pc:spChg>
      </pc:sldChg>
      <pc:sldChg chg="modSp mod">
        <pc:chgData name="Usman Shahzad" userId="b29716b6-ea3c-4e66-9f8d-07d77863369a" providerId="ADAL" clId="{83903128-B5F6-4B61-AE0F-96085FA88CC9}" dt="2022-01-17T21:47:34.721" v="672" actId="13926"/>
        <pc:sldMkLst>
          <pc:docMk/>
          <pc:sldMk cId="3638923282" sldId="310"/>
        </pc:sldMkLst>
        <pc:spChg chg="mod">
          <ac:chgData name="Usman Shahzad" userId="b29716b6-ea3c-4e66-9f8d-07d77863369a" providerId="ADAL" clId="{83903128-B5F6-4B61-AE0F-96085FA88CC9}" dt="2022-01-17T21:47:34.721" v="672" actId="13926"/>
          <ac:spMkLst>
            <pc:docMk/>
            <pc:sldMk cId="3638923282" sldId="310"/>
            <ac:spMk id="2" creationId="{D4826CE9-9281-4449-B3CE-F4981B5606E4}"/>
          </ac:spMkLst>
        </pc:spChg>
        <pc:spChg chg="mod">
          <ac:chgData name="Usman Shahzad" userId="b29716b6-ea3c-4e66-9f8d-07d77863369a" providerId="ADAL" clId="{83903128-B5F6-4B61-AE0F-96085FA88CC9}" dt="2022-01-17T20:46:51.876" v="81" actId="20577"/>
          <ac:spMkLst>
            <pc:docMk/>
            <pc:sldMk cId="3638923282" sldId="310"/>
            <ac:spMk id="3" creationId="{37D5E720-7272-4606-B1FD-A6F35180E5D1}"/>
          </ac:spMkLst>
        </pc:spChg>
      </pc:sldChg>
      <pc:sldChg chg="modSp mod">
        <pc:chgData name="Usman Shahzad" userId="b29716b6-ea3c-4e66-9f8d-07d77863369a" providerId="ADAL" clId="{83903128-B5F6-4B61-AE0F-96085FA88CC9}" dt="2022-01-17T21:47:38.374" v="673" actId="13926"/>
        <pc:sldMkLst>
          <pc:docMk/>
          <pc:sldMk cId="1291993080" sldId="311"/>
        </pc:sldMkLst>
        <pc:spChg chg="mod">
          <ac:chgData name="Usman Shahzad" userId="b29716b6-ea3c-4e66-9f8d-07d77863369a" providerId="ADAL" clId="{83903128-B5F6-4B61-AE0F-96085FA88CC9}" dt="2022-01-17T21:47:38.374" v="673" actId="13926"/>
          <ac:spMkLst>
            <pc:docMk/>
            <pc:sldMk cId="1291993080" sldId="311"/>
            <ac:spMk id="2" creationId="{792FA94F-4762-4679-8FA4-4D4DAFEC8079}"/>
          </ac:spMkLst>
        </pc:spChg>
        <pc:spChg chg="mod">
          <ac:chgData name="Usman Shahzad" userId="b29716b6-ea3c-4e66-9f8d-07d77863369a" providerId="ADAL" clId="{83903128-B5F6-4B61-AE0F-96085FA88CC9}" dt="2022-01-17T20:49:12.065" v="127" actId="33524"/>
          <ac:spMkLst>
            <pc:docMk/>
            <pc:sldMk cId="1291993080" sldId="311"/>
            <ac:spMk id="3" creationId="{0BEEF5F4-BF9D-4F3C-980A-6A45B5B0286F}"/>
          </ac:spMkLst>
        </pc:spChg>
      </pc:sldChg>
      <pc:sldChg chg="modSp mod">
        <pc:chgData name="Usman Shahzad" userId="b29716b6-ea3c-4e66-9f8d-07d77863369a" providerId="ADAL" clId="{83903128-B5F6-4B61-AE0F-96085FA88CC9}" dt="2022-01-17T21:47:44.215" v="674" actId="13926"/>
        <pc:sldMkLst>
          <pc:docMk/>
          <pc:sldMk cId="1624110502" sldId="312"/>
        </pc:sldMkLst>
        <pc:spChg chg="mod">
          <ac:chgData name="Usman Shahzad" userId="b29716b6-ea3c-4e66-9f8d-07d77863369a" providerId="ADAL" clId="{83903128-B5F6-4B61-AE0F-96085FA88CC9}" dt="2022-01-17T21:47:44.215" v="674" actId="13926"/>
          <ac:spMkLst>
            <pc:docMk/>
            <pc:sldMk cId="1624110502" sldId="312"/>
            <ac:spMk id="2" creationId="{700D1366-3EBC-47B6-98BE-7329F22AD68E}"/>
          </ac:spMkLst>
        </pc:spChg>
        <pc:spChg chg="mod">
          <ac:chgData name="Usman Shahzad" userId="b29716b6-ea3c-4e66-9f8d-07d77863369a" providerId="ADAL" clId="{83903128-B5F6-4B61-AE0F-96085FA88CC9}" dt="2022-01-17T21:00:38.352" v="257" actId="20577"/>
          <ac:spMkLst>
            <pc:docMk/>
            <pc:sldMk cId="1624110502" sldId="312"/>
            <ac:spMk id="3" creationId="{63266D3D-C650-47E9-8487-D1F0E9D2976E}"/>
          </ac:spMkLst>
        </pc:spChg>
      </pc:sldChg>
      <pc:sldChg chg="modSp mod">
        <pc:chgData name="Usman Shahzad" userId="b29716b6-ea3c-4e66-9f8d-07d77863369a" providerId="ADAL" clId="{83903128-B5F6-4B61-AE0F-96085FA88CC9}" dt="2022-01-17T21:47:47.793" v="675" actId="13926"/>
        <pc:sldMkLst>
          <pc:docMk/>
          <pc:sldMk cId="3541173755" sldId="313"/>
        </pc:sldMkLst>
        <pc:spChg chg="mod">
          <ac:chgData name="Usman Shahzad" userId="b29716b6-ea3c-4e66-9f8d-07d77863369a" providerId="ADAL" clId="{83903128-B5F6-4B61-AE0F-96085FA88CC9}" dt="2022-01-17T21:47:47.793" v="675" actId="13926"/>
          <ac:spMkLst>
            <pc:docMk/>
            <pc:sldMk cId="3541173755" sldId="313"/>
            <ac:spMk id="2" creationId="{F632BCF0-5AB5-4768-9F15-75E127F81C20}"/>
          </ac:spMkLst>
        </pc:spChg>
        <pc:spChg chg="mod">
          <ac:chgData name="Usman Shahzad" userId="b29716b6-ea3c-4e66-9f8d-07d77863369a" providerId="ADAL" clId="{83903128-B5F6-4B61-AE0F-96085FA88CC9}" dt="2022-01-17T21:02:17.323" v="281" actId="20577"/>
          <ac:spMkLst>
            <pc:docMk/>
            <pc:sldMk cId="3541173755" sldId="313"/>
            <ac:spMk id="3" creationId="{CD60804C-EA6C-47E0-80A2-B64F2C3840F5}"/>
          </ac:spMkLst>
        </pc:spChg>
      </pc:sldChg>
      <pc:sldChg chg="modSp mod">
        <pc:chgData name="Usman Shahzad" userId="b29716b6-ea3c-4e66-9f8d-07d77863369a" providerId="ADAL" clId="{83903128-B5F6-4B61-AE0F-96085FA88CC9}" dt="2022-01-17T21:47:54.920" v="676" actId="13926"/>
        <pc:sldMkLst>
          <pc:docMk/>
          <pc:sldMk cId="4115103047" sldId="314"/>
        </pc:sldMkLst>
        <pc:spChg chg="mod">
          <ac:chgData name="Usman Shahzad" userId="b29716b6-ea3c-4e66-9f8d-07d77863369a" providerId="ADAL" clId="{83903128-B5F6-4B61-AE0F-96085FA88CC9}" dt="2022-01-17T21:47:54.920" v="676" actId="13926"/>
          <ac:spMkLst>
            <pc:docMk/>
            <pc:sldMk cId="4115103047" sldId="314"/>
            <ac:spMk id="2" creationId="{B5A517B3-4D13-4D65-90B4-F267A7D12AB5}"/>
          </ac:spMkLst>
        </pc:spChg>
      </pc:sldChg>
      <pc:sldChg chg="modSp mod">
        <pc:chgData name="Usman Shahzad" userId="b29716b6-ea3c-4e66-9f8d-07d77863369a" providerId="ADAL" clId="{83903128-B5F6-4B61-AE0F-96085FA88CC9}" dt="2022-01-17T21:53:47.315" v="781" actId="20577"/>
        <pc:sldMkLst>
          <pc:docMk/>
          <pc:sldMk cId="3168622281" sldId="315"/>
        </pc:sldMkLst>
        <pc:spChg chg="mod">
          <ac:chgData name="Usman Shahzad" userId="b29716b6-ea3c-4e66-9f8d-07d77863369a" providerId="ADAL" clId="{83903128-B5F6-4B61-AE0F-96085FA88CC9}" dt="2022-01-17T21:47:13.001" v="669" actId="13926"/>
          <ac:spMkLst>
            <pc:docMk/>
            <pc:sldMk cId="3168622281" sldId="315"/>
            <ac:spMk id="2" creationId="{980D5B4F-CB78-4957-BF66-C6116DC82045}"/>
          </ac:spMkLst>
        </pc:spChg>
        <pc:spChg chg="mod">
          <ac:chgData name="Usman Shahzad" userId="b29716b6-ea3c-4e66-9f8d-07d77863369a" providerId="ADAL" clId="{83903128-B5F6-4B61-AE0F-96085FA88CC9}" dt="2022-01-17T21:53:47.315" v="781" actId="20577"/>
          <ac:spMkLst>
            <pc:docMk/>
            <pc:sldMk cId="3168622281" sldId="315"/>
            <ac:spMk id="3" creationId="{1B9A8107-3945-4C33-BCA2-80366CC2D3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0423680D-486F-44E8-6A09-15050EA8B0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A1972E4-4B36-AAAF-80AE-7084149B3B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44DEB8-089D-43E0-A7FD-5617338C6ED9}" type="datetime1">
              <a:rPr lang="en-US" smtClean="0"/>
              <a:t>1/15/2025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C33DCBD-BAE4-4EDE-4B2E-58287215C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ICT RisK Assesment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058175C-4892-632E-70FE-7A4FE4F8EB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F7240A-934F-4B8E-8691-848F451FFC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9094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AF331-31F7-4C3F-8F52-6AA1348BC8D8}" type="datetime1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ICT RisK Assesment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5161B7-AF95-4A13-8808-689FF7402D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556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514940-A5FB-48BA-B199-A2678200D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DEFC35-A8A5-4341-AF9D-1FC9E5DD9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889D1C-73AC-4E67-8695-F9D44B92E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681E0-EB31-4E93-A37F-7DDB3911774C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8AD52D-1993-4CFE-AE94-9C6B004D5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EAFD0F9-7319-43D4-A61F-A7E9A6461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6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614C2F-EF3B-4EEB-80F3-94B447BA1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5A3E5F-EAD5-4715-BED2-4F97E7F1F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6175F0-D2AC-4E7F-BD5F-0AEFD7720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C9E7-9BF4-4C75-8059-E52241DCD96E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008DB7-B60F-4C5E-8F77-137279451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744D1D6-8DF0-4895-A179-45FEE323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0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46CFC85-6CF0-401E-AF81-09A9998F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E9018E7-4227-4D82-91F4-0AAAE36CA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39A4696-6015-4F2F-BABC-24F6B4B5C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073D9-9051-4B6C-AE01-C577D2C6EA05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463C99B-1F49-49F3-B838-058E8245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89791CA-4B41-407B-9997-2A047D8F4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1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B2E160-6153-4399-9412-F7C5D8AB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56A4494-B629-47F7-A102-46CC9CE4D0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3732D0CF-9569-4798-8DAF-8CB3CACA8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57DA7853-91C9-417A-B6DA-135F293D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CDA9-E5F7-4BC2-A3DB-AF199D0E138D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F4CA39C-A652-41A8-8E7B-D89D885AF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961A41F-EBA8-4C71-8295-1F6328A5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61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21826AC-CD18-43AC-9564-AAE1E393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354FC51-69FC-41B6-B60E-9D4450300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C8D96FE-EA32-4FDD-8B11-68A6CFCD8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E6F082CE-13CB-4900-BD49-49B851C6CE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C1C3C068-46FA-42A3-9955-A5906E05EA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3122C16-EDB2-4824-B3B6-35FF4DC2A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DC5D-C30F-4663-AF94-E1C8F9FE5191}" type="datetime1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229BF3A4-CCF2-43C1-8823-8FEE5130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CD2C302-3C95-4E6D-AAE7-DA41C62EB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9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0890F3-0471-4DDC-9B61-E0519E4B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6DDF4D-4E95-479E-8E93-94C84F11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DB0C-713B-4934-8403-E3815E3F629E}" type="datetime1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7CBBCD9-9F13-4DEB-A8E9-9EC08806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AF1C6D0-E713-4B68-835C-3EEC71864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0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AFA129A-44F9-4D8B-A6BC-55992EE0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4B01C-0B81-4ED5-B752-57D7D8B8AECF}" type="datetime1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9C75DE3-2245-4D35-B5CA-9FA6B3FFC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D8F5EEE-0D70-443C-809B-9AC6F8BA0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3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A72628-E60A-4B2D-9E23-DAFDEAA68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A6CCF96-5C46-4057-A5B0-C2055EEB7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D5B3C1B-5086-4A88-9E92-253AC8B0D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FB0AE4D-D078-4E55-AC43-379B1E321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AEC7A-BE63-42E4-A041-470096507609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44B231E-EF35-4A9E-B74C-8A65E95D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9538517-EB99-4F87-9EB2-E0DE5191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45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046BFB-EADA-4905-94B7-84E0B4A9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1E7E65A-465B-4261-B0D9-2B370DD3F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5E91353-51D8-4F2B-8B2F-CE6FA9B01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D696611-62AD-4BE1-A863-ED02FDA52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0BBD5-2A0B-4DFE-AB4F-E5E3863E08EA}" type="datetime1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0B92153-DB16-448F-A5FF-5A074F5D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11983DB-1D5E-4EA0-A4B9-04AD45774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85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4C4F28-76BE-441A-81BD-0FCAC8D4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5686692-0BF5-4DBE-ABAF-1C065764A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C2CF28-015A-488E-A86E-7EAAB875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AB662-E782-486D-A56F-E1CFE628C558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CB03C14-D673-4AD3-972A-8FF46F62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5BF669-09B5-4360-AB59-880A548C0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02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C428191-E801-4211-B8B0-B419EBB74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857054F-28F5-4762-9C31-430778ED5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5632AED-3423-4459-BA3B-6C29BA04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3A039-0D77-416A-A02A-AC0302872222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BC10A91-4C63-42AD-A987-F698616CE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7F8F10F-DA68-41BF-9F53-CC4666AB9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77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3A65D4A8-DA40-4DE6-A59E-28AF8FA4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CF8E4BB-BADE-43EE-8E01-D9568FC01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E256E58-FC6C-414D-9972-A3DCD00CD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AC648-2BBE-4381-8EEE-50E1570D685A}" type="datetime1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637E8BF-05CE-4554-B2DA-ECF9D3D47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ICT Risk Assessment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32F699F-1172-4E57-80CB-A16946ED1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08EF4-0B5F-41F6-AD90-4DFC09984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hyperlink" Target="mailto:n.kumar3@studenti.unipi.it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="" xmlns:a16="http://schemas.microsoft.com/office/drawing/2014/main" id="{CDA1A2E9-63FE-408D-A803-8E306ECAB4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62058" y="450221"/>
            <a:ext cx="8997696" cy="3918123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E57B410-59FB-4619-986B-E5391DD6C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669" y="1111086"/>
            <a:ext cx="7690104" cy="2623885"/>
          </a:xfrm>
        </p:spPr>
        <p:txBody>
          <a:bodyPr anchor="ctr">
            <a:normAutofit/>
          </a:bodyPr>
          <a:lstStyle/>
          <a:p>
            <a:pPr algn="l"/>
            <a:r>
              <a:rPr lang="en-US" sz="5400" dirty="0" smtClean="0">
                <a:solidFill>
                  <a:schemeClr val="bg1"/>
                </a:solidFill>
              </a:rPr>
              <a:t>   NETWORK METROLOGY</a:t>
            </a:r>
            <a:r>
              <a:rPr lang="en-US" sz="5400" dirty="0">
                <a:solidFill>
                  <a:schemeClr val="bg1"/>
                </a:solidFill>
              </a:rPr>
              <a:t/>
            </a:r>
            <a:br>
              <a:rPr lang="en-US" sz="5400" dirty="0">
                <a:solidFill>
                  <a:schemeClr val="bg1"/>
                </a:solidFill>
              </a:rPr>
            </a:br>
            <a:r>
              <a:rPr lang="en-US" sz="5400" dirty="0" smtClean="0">
                <a:solidFill>
                  <a:schemeClr val="bg1"/>
                </a:solidFill>
              </a:rPr>
              <a:t>                   23-24</a:t>
            </a:r>
            <a:endParaRPr lang="en-US" sz="5100" dirty="0">
              <a:solidFill>
                <a:schemeClr val="bg1"/>
              </a:solidFill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="" xmlns:a16="http://schemas.microsoft.com/office/drawing/2014/main" id="{FBE9F90C-C163-435B-9A68-D15C92D1CF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57200" y="4521269"/>
            <a:ext cx="11277600" cy="1877811"/>
          </a:xfrm>
          <a:prstGeom prst="rect">
            <a:avLst/>
          </a:prstGeom>
          <a:solidFill>
            <a:srgbClr val="7F7F7F">
              <a:alpha val="20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3DBB47E-9809-4819-A4BE-9518369FD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798" y="4640595"/>
            <a:ext cx="10464382" cy="1745193"/>
          </a:xfrm>
        </p:spPr>
        <p:txBody>
          <a:bodyPr anchor="ctr">
            <a:normAutofit/>
          </a:bodyPr>
          <a:lstStyle/>
          <a:p>
            <a:endParaRPr lang="en-US" sz="1600" dirty="0">
              <a:solidFill>
                <a:srgbClr val="1B1B1B"/>
              </a:solidFill>
              <a:cs typeface="Calibri"/>
            </a:endParaRPr>
          </a:p>
          <a:p>
            <a:r>
              <a:rPr lang="en-US" b="1" dirty="0" smtClean="0">
                <a:solidFill>
                  <a:srgbClr val="1B1B1B"/>
                </a:solidFill>
                <a:cs typeface="Calibri"/>
              </a:rPr>
              <a:t>Presented by: </a:t>
            </a:r>
            <a:r>
              <a:rPr lang="en-US" b="1" dirty="0" err="1" smtClean="0">
                <a:solidFill>
                  <a:srgbClr val="1B1B1B"/>
                </a:solidFill>
                <a:cs typeface="Calibri"/>
              </a:rPr>
              <a:t>Natesh</a:t>
            </a:r>
            <a:r>
              <a:rPr lang="en-US" b="1" dirty="0" smtClean="0">
                <a:solidFill>
                  <a:srgbClr val="1B1B1B"/>
                </a:solidFill>
                <a:cs typeface="Calibri"/>
              </a:rPr>
              <a:t> </a:t>
            </a:r>
            <a:r>
              <a:rPr lang="en-US" b="1" dirty="0">
                <a:solidFill>
                  <a:srgbClr val="1B1B1B"/>
                </a:solidFill>
                <a:cs typeface="Calibri"/>
              </a:rPr>
              <a:t>Kumar </a:t>
            </a:r>
            <a:r>
              <a:rPr lang="en-US" b="1" dirty="0" smtClean="0">
                <a:solidFill>
                  <a:srgbClr val="1B1B1B"/>
                </a:solidFill>
                <a:cs typeface="Calibri"/>
              </a:rPr>
              <a:t>(667574)</a:t>
            </a:r>
          </a:p>
          <a:p>
            <a:r>
              <a:rPr lang="en-US" b="1" dirty="0">
                <a:solidFill>
                  <a:srgbClr val="1B1B1B"/>
                </a:solidFill>
                <a:cs typeface="Calibri"/>
                <a:hlinkClick r:id="rId2"/>
              </a:rPr>
              <a:t>n.kumar3@studenti.unipi.it</a:t>
            </a:r>
            <a:endParaRPr lang="en-US" b="1" dirty="0">
              <a:solidFill>
                <a:srgbClr val="1B1B1B"/>
              </a:solidFill>
            </a:endParaRPr>
          </a:p>
          <a:p>
            <a:pPr algn="l"/>
            <a:endParaRPr lang="en-US" sz="1200" dirty="0">
              <a:solidFill>
                <a:srgbClr val="1B1B1B"/>
              </a:solidFill>
            </a:endParaRPr>
          </a:p>
        </p:txBody>
      </p:sp>
      <p:sp>
        <p:nvSpPr>
          <p:cNvPr id="9" name="Rectangle 13">
            <a:extLst>
              <a:ext uri="{FF2B5EF4-FFF2-40B4-BE49-F238E27FC236}">
                <a16:creationId xmlns="" xmlns:a16="http://schemas.microsoft.com/office/drawing/2014/main" id="{1A882A9F-F4E9-4E23-8F0B-20B5DF42EA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9619345" y="450221"/>
            <a:ext cx="2115455" cy="1890204"/>
          </a:xfrm>
          <a:prstGeom prst="rect">
            <a:avLst/>
          </a:prstGeom>
          <a:solidFill>
            <a:srgbClr val="3E5975">
              <a:alpha val="95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="" xmlns:a16="http://schemas.microsoft.com/office/drawing/2014/main" id="{DBF3831F-C4A2-45AC-9903-F38189546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499" y="2612676"/>
            <a:ext cx="1599100" cy="163264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9164" y="303037"/>
            <a:ext cx="2328980" cy="203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00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honeycomb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="" xmlns:a16="http://schemas.microsoft.com/office/drawing/2014/main" id="{827B839B-9ADE-406B-8590-F1CAEDED45A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45">
            <a:extLst>
              <a:ext uri="{FF2B5EF4-FFF2-40B4-BE49-F238E27FC236}">
                <a16:creationId xmlns="" xmlns:a16="http://schemas.microsoft.com/office/drawing/2014/main" id="{CFE45BF0-46DB-408C-B5F7-7B11716805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Freeform 46">
            <a:extLst>
              <a:ext uri="{FF2B5EF4-FFF2-40B4-BE49-F238E27FC236}">
                <a16:creationId xmlns="" xmlns:a16="http://schemas.microsoft.com/office/drawing/2014/main" id="{2AEBC8F2-97B1-41B4-93F1-2D289E197F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47">
            <a:extLst>
              <a:ext uri="{FF2B5EF4-FFF2-40B4-BE49-F238E27FC236}">
                <a16:creationId xmlns="" xmlns:a16="http://schemas.microsoft.com/office/drawing/2014/main" id="{472E3A19-F5D5-48FC-BB9C-48C2F68F598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Freeform 44">
            <a:extLst>
              <a:ext uri="{FF2B5EF4-FFF2-40B4-BE49-F238E27FC236}">
                <a16:creationId xmlns="" xmlns:a16="http://schemas.microsoft.com/office/drawing/2014/main" id="{7A62E32F-BB65-43A8-8EB5-92346890E5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Rectangle 17">
            <a:extLst>
              <a:ext uri="{FF2B5EF4-FFF2-40B4-BE49-F238E27FC236}">
                <a16:creationId xmlns="" xmlns:a16="http://schemas.microsoft.com/office/drawing/2014/main" id="{14E91B64-9FCC-451E-AFB4-A827D63293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AED10C-6BC3-4970-89CD-709A67710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This </a:t>
            </a:r>
            <a:r>
              <a:rPr lang="en-US" sz="4000" dirty="0" smtClean="0">
                <a:solidFill>
                  <a:srgbClr val="FFFFFF"/>
                </a:solidFill>
              </a:rPr>
              <a:t>Presentation </a:t>
            </a:r>
            <a:r>
              <a:rPr lang="en-US" sz="4000" dirty="0" smtClean="0">
                <a:solidFill>
                  <a:srgbClr val="FFFFFF"/>
                </a:solidFill>
              </a:rPr>
              <a:t>Covers</a:t>
            </a:r>
            <a:r>
              <a:rPr lang="en-US" sz="4000" dirty="0">
                <a:solidFill>
                  <a:srgbClr val="FFFFFF"/>
                </a:solidFill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2FEBF8C-8134-46DA-851E-117628AAD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 fontScale="85000" lnSpcReduction="20000"/>
          </a:bodyPr>
          <a:lstStyle/>
          <a:p>
            <a:pPr lvl="0">
              <a:buClr>
                <a:srgbClr val="404040"/>
              </a:buClr>
              <a:buSzPct val="100000"/>
            </a:pPr>
            <a:r>
              <a:rPr lang="en-US" sz="2400" dirty="0">
                <a:latin typeface="Arial" pitchFamily="34"/>
                <a:cs typeface="Arial" pitchFamily="34"/>
              </a:rPr>
              <a:t>PROJECT-3 OVERVIEW</a:t>
            </a:r>
          </a:p>
          <a:p>
            <a:pPr lvl="0">
              <a:buClr>
                <a:srgbClr val="404040"/>
              </a:buClr>
              <a:buSzPct val="100000"/>
            </a:pPr>
            <a:r>
              <a:rPr lang="en-US" sz="2400" dirty="0">
                <a:latin typeface="Arial" pitchFamily="34"/>
                <a:cs typeface="Arial" pitchFamily="34"/>
              </a:rPr>
              <a:t>PROJECT </a:t>
            </a:r>
            <a:r>
              <a:rPr lang="en-US" sz="2400" dirty="0" smtClean="0">
                <a:latin typeface="Arial" pitchFamily="34"/>
                <a:cs typeface="Arial" pitchFamily="34"/>
              </a:rPr>
              <a:t>TOPOLOGY</a:t>
            </a:r>
          </a:p>
          <a:p>
            <a:pPr>
              <a:buClr>
                <a:srgbClr val="404040"/>
              </a:buClr>
              <a:buSzPct val="100000"/>
            </a:pPr>
            <a:r>
              <a:rPr lang="en-US" sz="2400" dirty="0">
                <a:latin typeface="Arial" pitchFamily="34"/>
                <a:cs typeface="Arial" pitchFamily="34"/>
              </a:rPr>
              <a:t>MININET </a:t>
            </a:r>
            <a:r>
              <a:rPr lang="en-US" sz="2400" dirty="0" smtClean="0">
                <a:latin typeface="Arial" pitchFamily="34"/>
                <a:cs typeface="Arial" pitchFamily="34"/>
              </a:rPr>
              <a:t>TOPOLOGY</a:t>
            </a:r>
          </a:p>
          <a:p>
            <a:pPr lvl="0">
              <a:buClr>
                <a:srgbClr val="404040"/>
              </a:buClr>
              <a:buSzPct val="100000"/>
            </a:pPr>
            <a:r>
              <a:rPr lang="en-US" sz="2400" dirty="0" smtClean="0">
                <a:latin typeface="Arial" pitchFamily="34"/>
                <a:cs typeface="Arial" pitchFamily="34"/>
              </a:rPr>
              <a:t>SWITCH CONFIGURATION USING TRUNK</a:t>
            </a:r>
          </a:p>
          <a:p>
            <a:pPr>
              <a:buClr>
                <a:srgbClr val="404040"/>
              </a:buClr>
              <a:buSzPct val="100000"/>
            </a:pPr>
            <a:r>
              <a:rPr lang="en-US" sz="2400" dirty="0" smtClean="0">
                <a:latin typeface="Arial" pitchFamily="34"/>
                <a:cs typeface="Arial" pitchFamily="34"/>
              </a:rPr>
              <a:t>PROJECT CODE AND OUTPUT</a:t>
            </a:r>
            <a:endParaRPr lang="en-US" sz="2400" dirty="0">
              <a:latin typeface="Arial" pitchFamily="34"/>
              <a:cs typeface="Arial" pitchFamily="34"/>
            </a:endParaRPr>
          </a:p>
          <a:p>
            <a:pPr lvl="0">
              <a:buClr>
                <a:srgbClr val="404040"/>
              </a:buClr>
              <a:buSzPct val="100000"/>
            </a:pPr>
            <a:r>
              <a:rPr lang="en-US" sz="2400" dirty="0">
                <a:latin typeface="Arial" pitchFamily="34"/>
                <a:cs typeface="Arial" pitchFamily="34"/>
              </a:rPr>
              <a:t>PING OF SAME VLANS</a:t>
            </a:r>
          </a:p>
          <a:p>
            <a:pPr lvl="0">
              <a:buClr>
                <a:srgbClr val="404040"/>
              </a:buClr>
              <a:buSzPct val="100000"/>
            </a:pPr>
            <a:r>
              <a:rPr lang="en-US" sz="2400" dirty="0">
                <a:latin typeface="Arial" pitchFamily="34"/>
                <a:cs typeface="Arial" pitchFamily="34"/>
              </a:rPr>
              <a:t>WIRESHARK </a:t>
            </a:r>
            <a:r>
              <a:rPr lang="en-US" sz="2400" dirty="0" smtClean="0">
                <a:latin typeface="Arial" pitchFamily="34"/>
                <a:cs typeface="Arial" pitchFamily="34"/>
              </a:rPr>
              <a:t>STATS</a:t>
            </a:r>
          </a:p>
          <a:p>
            <a:pPr lvl="0">
              <a:buClr>
                <a:srgbClr val="404040"/>
              </a:buClr>
              <a:buSzPct val="100000"/>
            </a:pPr>
            <a:r>
              <a:rPr lang="en-US" sz="2400" dirty="0" smtClean="0">
                <a:latin typeface="Arial" pitchFamily="34"/>
                <a:cs typeface="Arial" pitchFamily="34"/>
              </a:rPr>
              <a:t>IPERF </a:t>
            </a:r>
            <a:r>
              <a:rPr lang="en-US" sz="2400" dirty="0" smtClean="0">
                <a:latin typeface="Arial" pitchFamily="34"/>
                <a:cs typeface="Arial" pitchFamily="34"/>
              </a:rPr>
              <a:t>STATS</a:t>
            </a:r>
          </a:p>
          <a:p>
            <a:pPr lvl="0">
              <a:buClr>
                <a:srgbClr val="404040"/>
              </a:buClr>
              <a:buSzPct val="100000"/>
            </a:pP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opology </a:t>
            </a:r>
            <a:r>
              <a:rPr lang="en-GB" sz="2600" dirty="0">
                <a:latin typeface="Arial" panose="020B0604020202020204" pitchFamily="34" charset="0"/>
                <a:cs typeface="Arial" panose="020B0604020202020204" pitchFamily="34" charset="0"/>
              </a:rPr>
              <a:t>with 5 switches on the ONOS </a:t>
            </a:r>
            <a: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web-GUI</a:t>
            </a:r>
          </a:p>
          <a:p>
            <a:pPr lvl="0">
              <a:buClr>
                <a:srgbClr val="404040"/>
              </a:buClr>
              <a:buSzPct val="100000"/>
            </a:pPr>
            <a: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n-GB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Clr>
                <a:srgbClr val="404040"/>
              </a:buClr>
              <a:buSzPct val="100000"/>
            </a:pPr>
            <a:endParaRPr lang="en-US" sz="2400" dirty="0">
              <a:latin typeface="Arial" pitchFamily="34"/>
              <a:cs typeface="Arial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3728135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itchFamily="34"/>
                <a:cs typeface="Arial" pitchFamily="34"/>
              </a:rPr>
              <a:t>PROJECT-3 OVERVIEW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404040"/>
              </a:buClr>
              <a:buSzPct val="100000"/>
            </a:pPr>
            <a:endParaRPr lang="en-US" sz="2000" dirty="0" smtClean="0">
              <a:latin typeface="Arial" pitchFamily="34"/>
              <a:cs typeface="Arial" pitchFamily="34"/>
            </a:endParaRPr>
          </a:p>
          <a:p>
            <a:pPr marL="285750" lvl="0" indent="-285750">
              <a:buClr>
                <a:srgbClr val="404040"/>
              </a:buClr>
              <a:buSzPct val="100000"/>
              <a:buFont typeface="Wingdings" pitchFamily="2"/>
              <a:buChar char="Ø"/>
            </a:pPr>
            <a:r>
              <a:rPr lang="en-GB" sz="2000" dirty="0">
                <a:latin typeface="Arial" pitchFamily="34"/>
                <a:cs typeface="Arial" pitchFamily="34"/>
              </a:rPr>
              <a:t>Implement with namespaces and Open </a:t>
            </a:r>
            <a:r>
              <a:rPr lang="en-GB" sz="2000" dirty="0" err="1">
                <a:latin typeface="Arial" pitchFamily="34"/>
                <a:cs typeface="Arial" pitchFamily="34"/>
              </a:rPr>
              <a:t>vSwitch</a:t>
            </a:r>
            <a:r>
              <a:rPr lang="en-GB" sz="2000" dirty="0">
                <a:latin typeface="Arial" pitchFamily="34"/>
                <a:cs typeface="Arial" pitchFamily="34"/>
              </a:rPr>
              <a:t>.</a:t>
            </a:r>
          </a:p>
          <a:p>
            <a:pPr marL="285750" lvl="0" indent="-285750">
              <a:buClr>
                <a:srgbClr val="404040"/>
              </a:buClr>
              <a:buSzPct val="100000"/>
              <a:buFont typeface="Wingdings" pitchFamily="2"/>
              <a:buChar char="Ø"/>
            </a:pPr>
            <a:r>
              <a:rPr lang="en-GB" sz="2000" dirty="0">
                <a:latin typeface="Arial" pitchFamily="34"/>
                <a:cs typeface="Arial" pitchFamily="34"/>
              </a:rPr>
              <a:t>Create two </a:t>
            </a:r>
            <a:r>
              <a:rPr lang="en-GB" sz="2000" dirty="0" smtClean="0">
                <a:latin typeface="Arial" pitchFamily="34"/>
                <a:cs typeface="Arial" pitchFamily="34"/>
              </a:rPr>
              <a:t>VLANs.</a:t>
            </a:r>
          </a:p>
          <a:p>
            <a:pPr marL="285750" lvl="0" indent="-285750">
              <a:buClr>
                <a:srgbClr val="404040"/>
              </a:buClr>
              <a:buSzPct val="100000"/>
              <a:buFont typeface="Wingdings" pitchFamily="2"/>
              <a:buChar char="Ø"/>
            </a:pPr>
            <a:r>
              <a:rPr lang="en-US" sz="2000" dirty="0" smtClean="0">
                <a:latin typeface="Arial" pitchFamily="34"/>
                <a:cs typeface="Arial" pitchFamily="34"/>
              </a:rPr>
              <a:t>Using </a:t>
            </a:r>
            <a:r>
              <a:rPr lang="en-US" sz="2000" dirty="0" err="1" smtClean="0">
                <a:latin typeface="Arial" pitchFamily="34"/>
                <a:cs typeface="Arial" pitchFamily="34"/>
              </a:rPr>
              <a:t>Mininet</a:t>
            </a:r>
            <a:r>
              <a:rPr lang="en-US" sz="2000" dirty="0" smtClean="0">
                <a:latin typeface="Arial" pitchFamily="34"/>
                <a:cs typeface="Arial" pitchFamily="34"/>
              </a:rPr>
              <a:t>:</a:t>
            </a:r>
          </a:p>
          <a:p>
            <a:pPr lvl="1">
              <a:buClr>
                <a:srgbClr val="404040"/>
              </a:buClr>
              <a:buSzPct val="100000"/>
            </a:pPr>
            <a:r>
              <a:rPr lang="en-US" sz="2000" dirty="0" smtClean="0">
                <a:latin typeface="Arial" pitchFamily="34"/>
                <a:cs typeface="Arial" pitchFamily="34"/>
              </a:rPr>
              <a:t>Implement a similar network with an arbitrary number of switches (I choose 5 Switches).</a:t>
            </a:r>
            <a:endParaRPr lang="en-GB" sz="2000" dirty="0" smtClean="0">
              <a:latin typeface="Arial" pitchFamily="34"/>
              <a:cs typeface="Arial" pitchFamily="34"/>
            </a:endParaRPr>
          </a:p>
          <a:p>
            <a:pPr lvl="0">
              <a:buClr>
                <a:srgbClr val="404040"/>
              </a:buClr>
              <a:buSzPct val="100000"/>
            </a:pPr>
            <a:r>
              <a:rPr lang="en-US" sz="2000" dirty="0" smtClean="0">
                <a:latin typeface="Arial" pitchFamily="34"/>
                <a:cs typeface="Arial" pitchFamily="34"/>
              </a:rPr>
              <a:t>Enable ping only among hosts in same VLAN.</a:t>
            </a:r>
            <a:endParaRPr lang="en-GB" sz="2000" dirty="0" smtClean="0">
              <a:latin typeface="Arial" pitchFamily="34"/>
              <a:cs typeface="Arial" pitchFamily="34"/>
            </a:endParaRPr>
          </a:p>
          <a:p>
            <a:pPr lvl="0">
              <a:buClr>
                <a:srgbClr val="404040"/>
              </a:buClr>
              <a:buSzPct val="100000"/>
            </a:pPr>
            <a:r>
              <a:rPr lang="en-GB" sz="2000" dirty="0" smtClean="0">
                <a:latin typeface="Arial" pitchFamily="34"/>
                <a:cs typeface="Arial" pitchFamily="34"/>
              </a:rPr>
              <a:t>Report </a:t>
            </a:r>
            <a:r>
              <a:rPr lang="en-GB" sz="2000" dirty="0">
                <a:latin typeface="Arial" pitchFamily="34"/>
                <a:cs typeface="Arial" pitchFamily="34"/>
              </a:rPr>
              <a:t>ping and </a:t>
            </a:r>
            <a:r>
              <a:rPr lang="en-GB" sz="2000" dirty="0" err="1">
                <a:latin typeface="Arial" pitchFamily="34"/>
                <a:cs typeface="Arial" pitchFamily="34"/>
              </a:rPr>
              <a:t>iperf</a:t>
            </a:r>
            <a:r>
              <a:rPr lang="en-GB" sz="2000" dirty="0">
                <a:latin typeface="Arial" pitchFamily="34"/>
                <a:cs typeface="Arial" pitchFamily="34"/>
              </a:rPr>
              <a:t> measurements</a:t>
            </a:r>
            <a:r>
              <a:rPr lang="en-GB" sz="2000" dirty="0" smtClean="0">
                <a:latin typeface="Arial" pitchFamily="34"/>
                <a:cs typeface="Arial" pitchFamily="34"/>
              </a:rPr>
              <a:t>.</a:t>
            </a:r>
          </a:p>
          <a:p>
            <a:pPr lvl="0">
              <a:buClr>
                <a:srgbClr val="404040"/>
              </a:buClr>
              <a:buSzPct val="100000"/>
            </a:pP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Topology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with 5 switches on the ONOS </a:t>
            </a:r>
            <a:r>
              <a:rPr lang="en-GB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web-GUI.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104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>
                <a:latin typeface="Arial" pitchFamily="34"/>
                <a:cs typeface="Arial" pitchFamily="34"/>
              </a:rPr>
              <a:t>PROJECT </a:t>
            </a:r>
            <a:r>
              <a:rPr lang="en-US" sz="4000" dirty="0" smtClean="0">
                <a:latin typeface="Arial" pitchFamily="34"/>
                <a:cs typeface="Arial" pitchFamily="34"/>
              </a:rPr>
              <a:t>TOPOLOGY</a:t>
            </a:r>
            <a:endParaRPr lang="en-GB" sz="40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1690688"/>
            <a:ext cx="10384809" cy="4546339"/>
          </a:xfrm>
        </p:spPr>
      </p:pic>
    </p:spTree>
    <p:extLst>
      <p:ext uri="{BB962C8B-B14F-4D97-AF65-F5344CB8AC3E}">
        <p14:creationId xmlns:p14="http://schemas.microsoft.com/office/powerpoint/2010/main" val="175215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MININET TOPOLOGY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10407554" cy="4665662"/>
          </a:xfrm>
        </p:spPr>
      </p:pic>
    </p:spTree>
    <p:extLst>
      <p:ext uri="{BB962C8B-B14F-4D97-AF65-F5344CB8AC3E}">
        <p14:creationId xmlns:p14="http://schemas.microsoft.com/office/powerpoint/2010/main" val="4212223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SWITCH CONFIGURATION USING TRUNK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 smtClean="0"/>
              <a:t>"</a:t>
            </a:r>
            <a:r>
              <a:rPr lang="en-GB" dirty="0" err="1" smtClean="0"/>
              <a:t>ovs-vsctl</a:t>
            </a:r>
            <a:r>
              <a:rPr lang="en-GB" dirty="0" smtClean="0"/>
              <a:t> </a:t>
            </a:r>
            <a:r>
              <a:rPr lang="en-GB" dirty="0"/>
              <a:t>add-port s1 h1 -- set port h1 tag=100</a:t>
            </a:r>
            <a:r>
              <a:rPr lang="en-GB" dirty="0" smtClean="0"/>
              <a:t>"</a:t>
            </a:r>
            <a:endParaRPr lang="en-GB" dirty="0"/>
          </a:p>
          <a:p>
            <a:r>
              <a:rPr lang="en-GB" dirty="0" smtClean="0"/>
              <a:t>"</a:t>
            </a:r>
            <a:r>
              <a:rPr lang="en-GB" dirty="0" err="1" smtClean="0"/>
              <a:t>ovs-vsctl</a:t>
            </a:r>
            <a:r>
              <a:rPr lang="en-GB" dirty="0" smtClean="0"/>
              <a:t> </a:t>
            </a:r>
            <a:r>
              <a:rPr lang="en-GB" dirty="0"/>
              <a:t>add-port s1 h3 -- set port h3 tag=200</a:t>
            </a:r>
            <a:r>
              <a:rPr lang="en-GB" dirty="0" smtClean="0"/>
              <a:t>"</a:t>
            </a:r>
            <a:endParaRPr lang="en-GB" dirty="0"/>
          </a:p>
          <a:p>
            <a:r>
              <a:rPr lang="en-GB" dirty="0" smtClean="0"/>
              <a:t>"</a:t>
            </a:r>
            <a:r>
              <a:rPr lang="en-GB" dirty="0" err="1" smtClean="0"/>
              <a:t>ovs-vsctl</a:t>
            </a:r>
            <a:r>
              <a:rPr lang="en-GB" dirty="0" smtClean="0"/>
              <a:t> </a:t>
            </a:r>
            <a:r>
              <a:rPr lang="en-GB" dirty="0"/>
              <a:t>set port s1-eth3 trunks=100,200</a:t>
            </a:r>
            <a:r>
              <a:rPr lang="en-GB" dirty="0" smtClean="0"/>
              <a:t>"</a:t>
            </a:r>
            <a:r>
              <a:rPr lang="en-GB" dirty="0"/>
              <a:t> </a:t>
            </a:r>
            <a:r>
              <a:rPr lang="en-GB" i="1" dirty="0" smtClean="0"/>
              <a:t>#trunk </a:t>
            </a:r>
            <a:r>
              <a:rPr lang="en-GB" i="1" dirty="0"/>
              <a:t>to </a:t>
            </a:r>
            <a:r>
              <a:rPr lang="en-GB" i="1" dirty="0" smtClean="0"/>
              <a:t>s2</a:t>
            </a:r>
            <a:endParaRPr lang="en-GB" dirty="0" smtClean="0"/>
          </a:p>
          <a:p>
            <a:r>
              <a:rPr lang="en-GB" dirty="0" smtClean="0"/>
              <a:t>"</a:t>
            </a:r>
            <a:r>
              <a:rPr lang="en-GB" dirty="0" err="1" smtClean="0"/>
              <a:t>ovs-vsctl</a:t>
            </a:r>
            <a:r>
              <a:rPr lang="en-GB" dirty="0" smtClean="0"/>
              <a:t> add-port s5 h2 -- set port h2 tag=100"</a:t>
            </a:r>
          </a:p>
          <a:p>
            <a:r>
              <a:rPr lang="en-GB" dirty="0" smtClean="0"/>
              <a:t>"</a:t>
            </a:r>
            <a:r>
              <a:rPr lang="en-GB" dirty="0" err="1"/>
              <a:t>ovs-vsctl</a:t>
            </a:r>
            <a:r>
              <a:rPr lang="en-GB" dirty="0"/>
              <a:t> add-port s5 h4 -- set port h4 tag=200</a:t>
            </a:r>
            <a:r>
              <a:rPr lang="en-GB" dirty="0" smtClean="0"/>
              <a:t>"</a:t>
            </a:r>
            <a:endParaRPr lang="en-GB" dirty="0"/>
          </a:p>
          <a:p>
            <a:r>
              <a:rPr lang="en-GB" dirty="0" smtClean="0"/>
              <a:t>"</a:t>
            </a:r>
            <a:r>
              <a:rPr lang="en-GB" dirty="0" err="1"/>
              <a:t>ovs-vsctl</a:t>
            </a:r>
            <a:r>
              <a:rPr lang="en-GB" dirty="0"/>
              <a:t> set port s5-eth1 trunks=100,200</a:t>
            </a:r>
            <a:r>
              <a:rPr lang="en-GB" dirty="0" smtClean="0"/>
              <a:t>"</a:t>
            </a:r>
            <a:r>
              <a:rPr lang="en-GB" dirty="0"/>
              <a:t> </a:t>
            </a:r>
            <a:r>
              <a:rPr lang="en-GB" i="1" dirty="0" smtClean="0"/>
              <a:t>#trunk </a:t>
            </a:r>
            <a:r>
              <a:rPr lang="en-GB" i="1" dirty="0"/>
              <a:t>to </a:t>
            </a:r>
            <a:r>
              <a:rPr lang="en-GB" i="1" dirty="0" smtClean="0"/>
              <a:t>s4</a:t>
            </a:r>
            <a:endParaRPr lang="en-GB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799" y="1825625"/>
            <a:ext cx="4490113" cy="4351338"/>
          </a:xfrm>
        </p:spPr>
      </p:pic>
    </p:spTree>
    <p:extLst>
      <p:ext uri="{BB962C8B-B14F-4D97-AF65-F5344CB8AC3E}">
        <p14:creationId xmlns:p14="http://schemas.microsoft.com/office/powerpoint/2010/main" val="82696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itchFamily="34"/>
                <a:cs typeface="Arial" pitchFamily="34"/>
              </a:rPr>
              <a:t>PROJECT CODE AND </a:t>
            </a:r>
            <a:r>
              <a:rPr lang="en-US" sz="4000" dirty="0" smtClean="0">
                <a:latin typeface="Arial" pitchFamily="34"/>
                <a:cs typeface="Arial" pitchFamily="34"/>
              </a:rPr>
              <a:t>OUTPUT</a:t>
            </a:r>
            <a:endParaRPr lang="en-GB" sz="40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1446664"/>
            <a:ext cx="4655024" cy="5049670"/>
          </a:xfrm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806" y="1446664"/>
            <a:ext cx="6056194" cy="5049670"/>
          </a:xfrm>
        </p:spPr>
      </p:pic>
    </p:spTree>
    <p:extLst>
      <p:ext uri="{BB962C8B-B14F-4D97-AF65-F5344CB8AC3E}">
        <p14:creationId xmlns:p14="http://schemas.microsoft.com/office/powerpoint/2010/main" val="376990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rial" pitchFamily="34"/>
                <a:cs typeface="Arial" pitchFamily="34"/>
              </a:rPr>
              <a:t>PING OF SAME VLANS</a:t>
            </a:r>
            <a:endParaRPr lang="en-GB" sz="4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dirty="0" smtClean="0"/>
              <a:t>1 can ping h2 with same (VLAN 100).</a:t>
            </a:r>
            <a:endParaRPr lang="en-GB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8" y="2622133"/>
            <a:ext cx="5157787" cy="3519359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dirty="0" smtClean="0"/>
              <a:t>2 can ping h4 with same (VLAN 200).</a:t>
            </a:r>
            <a:endParaRPr lang="en-GB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22134"/>
            <a:ext cx="5183188" cy="3519358"/>
          </a:xfrm>
        </p:spPr>
      </p:pic>
    </p:spTree>
    <p:extLst>
      <p:ext uri="{BB962C8B-B14F-4D97-AF65-F5344CB8AC3E}">
        <p14:creationId xmlns:p14="http://schemas.microsoft.com/office/powerpoint/2010/main" val="156337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355" y="15704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itchFamily="34"/>
                <a:cs typeface="Arial" pitchFamily="34"/>
              </a:rPr>
              <a:t>WIRESHARK </a:t>
            </a:r>
            <a:r>
              <a:rPr lang="en-US" sz="4000" dirty="0" smtClean="0">
                <a:latin typeface="Arial" pitchFamily="34"/>
                <a:cs typeface="Arial" pitchFamily="34"/>
              </a:rPr>
              <a:t>STATS </a:t>
            </a:r>
            <a:r>
              <a:rPr lang="en-US" sz="2700" dirty="0" smtClean="0"/>
              <a:t>(h1 </a:t>
            </a:r>
            <a:r>
              <a:rPr lang="en-US" sz="2700" dirty="0"/>
              <a:t>ping h2 in Switch </a:t>
            </a:r>
            <a:r>
              <a:rPr lang="en-US" sz="2700" dirty="0" smtClean="0"/>
              <a:t>1)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54" y="1296537"/>
            <a:ext cx="10944367" cy="521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0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248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Arial" pitchFamily="34"/>
                <a:cs typeface="Arial" pitchFamily="34"/>
              </a:rPr>
              <a:t>WIRESHARK STATS </a:t>
            </a:r>
            <a:r>
              <a:rPr lang="en-US" sz="2800" dirty="0"/>
              <a:t>(</a:t>
            </a:r>
            <a:r>
              <a:rPr lang="en-US" sz="2800" dirty="0" smtClean="0"/>
              <a:t>h3 </a:t>
            </a:r>
            <a:r>
              <a:rPr lang="en-US" sz="2800" dirty="0"/>
              <a:t>ping </a:t>
            </a:r>
            <a:r>
              <a:rPr lang="en-US" sz="2800" dirty="0" smtClean="0"/>
              <a:t>h4 </a:t>
            </a:r>
            <a:r>
              <a:rPr lang="en-US" sz="2800" dirty="0"/>
              <a:t>in Switch </a:t>
            </a:r>
            <a:r>
              <a:rPr lang="en-US" sz="2800" dirty="0" smtClean="0"/>
              <a:t>5) </a:t>
            </a:r>
            <a:endParaRPr lang="en-GB" sz="2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7614"/>
            <a:ext cx="10515600" cy="5008728"/>
          </a:xfrm>
        </p:spPr>
      </p:pic>
    </p:spTree>
    <p:extLst>
      <p:ext uri="{BB962C8B-B14F-4D97-AF65-F5344CB8AC3E}">
        <p14:creationId xmlns:p14="http://schemas.microsoft.com/office/powerpoint/2010/main" val="28676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4367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 smtClean="0">
                <a:latin typeface="Arial" pitchFamily="34"/>
                <a:cs typeface="Arial" pitchFamily="34"/>
              </a:rPr>
              <a:t>IPERF </a:t>
            </a:r>
            <a:r>
              <a:rPr lang="en-US" dirty="0" smtClean="0">
                <a:latin typeface="Arial" pitchFamily="34"/>
                <a:cs typeface="Arial" pitchFamily="34"/>
              </a:rPr>
              <a:t>STATS</a:t>
            </a:r>
            <a:br>
              <a:rPr lang="en-US" dirty="0" smtClean="0">
                <a:latin typeface="Arial" pitchFamily="34"/>
                <a:cs typeface="Arial" pitchFamily="34"/>
              </a:rPr>
            </a:br>
            <a:r>
              <a:rPr lang="en-US" dirty="0" smtClean="0">
                <a:latin typeface="Arial" pitchFamily="34"/>
                <a:cs typeface="Arial" pitchFamily="34"/>
              </a:rPr>
              <a:t> </a:t>
            </a:r>
            <a:r>
              <a:rPr lang="en-US" sz="2200" dirty="0" smtClean="0">
                <a:latin typeface="Arial" pitchFamily="34"/>
                <a:cs typeface="Arial" pitchFamily="34"/>
              </a:rPr>
              <a:t>-&gt;</a:t>
            </a:r>
            <a:r>
              <a:rPr lang="en-US" dirty="0" smtClean="0">
                <a:latin typeface="Arial" pitchFamily="34"/>
                <a:cs typeface="Arial" pitchFamily="34"/>
              </a:rPr>
              <a:t> </a:t>
            </a:r>
            <a:r>
              <a:rPr lang="en-US" sz="2700" dirty="0" smtClean="0">
                <a:latin typeface="Arial" pitchFamily="34"/>
                <a:cs typeface="Arial" pitchFamily="34"/>
              </a:rPr>
              <a:t>h1 as Server and h2 as Client.</a:t>
            </a:r>
            <a:endParaRPr lang="en-GB" sz="27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19617"/>
            <a:ext cx="10694158" cy="4653887"/>
          </a:xfrm>
        </p:spPr>
      </p:pic>
    </p:spTree>
    <p:extLst>
      <p:ext uri="{BB962C8B-B14F-4D97-AF65-F5344CB8AC3E}">
        <p14:creationId xmlns:p14="http://schemas.microsoft.com/office/powerpoint/2010/main" val="244497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959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Iperf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US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(-</a:t>
            </a:r>
            <a:r>
              <a:rPr lang="en-US" sz="4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sz="4000" dirty="0"/>
              <a:t/>
            </a:r>
            <a:br>
              <a:rPr lang="en-GB" sz="4000" dirty="0"/>
            </a:br>
            <a:r>
              <a:rPr lang="en-GB" sz="4000" dirty="0" smtClean="0"/>
              <a:t>       </a:t>
            </a:r>
            <a:r>
              <a:rPr lang="en-GB" sz="2000" dirty="0"/>
              <a:t>-&gt; </a:t>
            </a:r>
            <a:r>
              <a:rPr lang="en-GB" sz="2000" dirty="0" smtClean="0"/>
              <a:t>The </a:t>
            </a:r>
            <a:r>
              <a:rPr lang="en-GB" sz="2000" dirty="0"/>
              <a:t>client will display bandwidth and performance statistics every 1 second during the test</a:t>
            </a:r>
            <a:r>
              <a:rPr lang="en-GB" sz="2000" dirty="0" smtClean="0"/>
              <a:t>.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830636" cy="4913194"/>
          </a:xfrm>
        </p:spPr>
      </p:pic>
    </p:spTree>
    <p:extLst>
      <p:ext uri="{BB962C8B-B14F-4D97-AF65-F5344CB8AC3E}">
        <p14:creationId xmlns:p14="http://schemas.microsoft.com/office/powerpoint/2010/main" val="125018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0594"/>
          </a:xfrm>
        </p:spPr>
        <p:txBody>
          <a:bodyPr>
            <a:normAutofit fontScale="90000"/>
          </a:bodyPr>
          <a:lstStyle/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Iperf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(-P 5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b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3600" dirty="0" smtClean="0"/>
              <a:t>	-&gt; </a:t>
            </a:r>
            <a:r>
              <a:rPr lang="en-GB" sz="2200" dirty="0" smtClean="0"/>
              <a:t>T</a:t>
            </a:r>
            <a:r>
              <a:rPr lang="en-GB" sz="2200" dirty="0" smtClean="0"/>
              <a:t>o </a:t>
            </a:r>
            <a:r>
              <a:rPr lang="en-GB" sz="2200" dirty="0"/>
              <a:t>generate a given number of </a:t>
            </a:r>
            <a:r>
              <a:rPr lang="en-GB" sz="2200" dirty="0" smtClean="0"/>
              <a:t>sessions.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05720"/>
            <a:ext cx="10844284" cy="5268036"/>
          </a:xfrm>
        </p:spPr>
      </p:pic>
    </p:spTree>
    <p:extLst>
      <p:ext uri="{BB962C8B-B14F-4D97-AF65-F5344CB8AC3E}">
        <p14:creationId xmlns:p14="http://schemas.microsoft.com/office/powerpoint/2010/main" val="305579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Iperf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cmd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for assign port (-</a:t>
            </a:r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p) </a:t>
            </a:r>
            <a:b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US" sz="2000" dirty="0" smtClean="0">
                <a:latin typeface="Arial" panose="020B0604020202020204" pitchFamily="34" charset="0"/>
              </a:rPr>
              <a:t>-&gt; </a:t>
            </a:r>
            <a:r>
              <a:rPr lang="en-US" altLang="en-US" sz="1800" dirty="0" smtClean="0">
                <a:latin typeface="Arial" panose="020B0604020202020204" pitchFamily="34" charset="0"/>
              </a:rPr>
              <a:t>Specifies </a:t>
            </a:r>
            <a:r>
              <a:rPr lang="en-US" altLang="en-US" sz="1800" dirty="0">
                <a:latin typeface="Arial" panose="020B0604020202020204" pitchFamily="34" charset="0"/>
              </a:rPr>
              <a:t>the port number </a:t>
            </a:r>
            <a:r>
              <a:rPr lang="en-US" altLang="en-US" sz="1800" dirty="0" smtClean="0"/>
              <a:t>that </a:t>
            </a:r>
            <a:r>
              <a:rPr lang="en-US" altLang="en-US" sz="1800" dirty="0"/>
              <a:t>the server will listen on for incoming client connections</a:t>
            </a:r>
            <a:r>
              <a:rPr lang="en-US" altLang="en-US" sz="2000" dirty="0"/>
              <a:t>. 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10312020" cy="4737408"/>
          </a:xfrm>
        </p:spPr>
      </p:pic>
    </p:spTree>
    <p:extLst>
      <p:ext uri="{BB962C8B-B14F-4D97-AF65-F5344CB8AC3E}">
        <p14:creationId xmlns:p14="http://schemas.microsoft.com/office/powerpoint/2010/main" val="348169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ONOS GUI Result of Topology (5 switches)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991" y="1690688"/>
            <a:ext cx="10167581" cy="4665662"/>
          </a:xfrm>
        </p:spPr>
      </p:pic>
    </p:spTree>
    <p:extLst>
      <p:ext uri="{BB962C8B-B14F-4D97-AF65-F5344CB8AC3E}">
        <p14:creationId xmlns:p14="http://schemas.microsoft.com/office/powerpoint/2010/main" val="3044663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project demonstrates the implementation of a VLAN-based network using </a:t>
            </a:r>
            <a:r>
              <a:rPr lang="en-GB" dirty="0" err="1"/>
              <a:t>Mininet</a:t>
            </a:r>
            <a:r>
              <a:rPr lang="en-GB" dirty="0"/>
              <a:t> and Open </a:t>
            </a:r>
            <a:r>
              <a:rPr lang="en-GB" dirty="0" err="1"/>
              <a:t>vSwitch</a:t>
            </a:r>
            <a:r>
              <a:rPr lang="en-GB" dirty="0"/>
              <a:t>. A linear (tail) topology with five switches was created, ensuring VLAN traffic segregation and trunk connectivity across the network. Hosts in the same VLAN successfully communicated, while cross-VLAN traffic remained </a:t>
            </a:r>
            <a:r>
              <a:rPr lang="en-GB" dirty="0" smtClean="0"/>
              <a:t>isolated. This </a:t>
            </a:r>
            <a:r>
              <a:rPr lang="en-GB" dirty="0"/>
              <a:t>project serves as a practical example of scalable and secure VLAN configurations, ideal for testing and designing real-world network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255120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="" xmlns:a16="http://schemas.microsoft.com/office/drawing/2014/main" id="{FFD48BC7-DC40-47DE-87EE-9F4B6ECB9A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="" xmlns:a16="http://schemas.microsoft.com/office/drawing/2014/main" id="{E502BBC7-2C76-46F3-BC24-5985BC13DB8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="" xmlns:a16="http://schemas.microsoft.com/office/drawing/2014/main" id="{C7F28D52-2A5F-4D23-81AE-7CB8B591C7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92E635-7DCD-41A0-85D3-AEEB9BA7E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3629484E-3792-4B3D-89AD-7C8A1ED0E0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 shot of a computer&#10;&#10;Description automatically generated with low confidence">
            <a:extLst>
              <a:ext uri="{FF2B5EF4-FFF2-40B4-BE49-F238E27FC236}">
                <a16:creationId xmlns="" xmlns:a16="http://schemas.microsoft.com/office/drawing/2014/main" id="{29456EFA-439E-CE52-0B56-D4EFD9CC4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45F5E05-968C-45C6-DA0B-021B34500290}"/>
              </a:ext>
            </a:extLst>
          </p:cNvPr>
          <p:cNvSpPr txBox="1"/>
          <p:nvPr/>
        </p:nvSpPr>
        <p:spPr>
          <a:xfrm>
            <a:off x="4084235" y="2785045"/>
            <a:ext cx="4566058" cy="1661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   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Thanks for</a:t>
            </a:r>
          </a:p>
          <a:p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Your Attention </a:t>
            </a:r>
            <a:endParaRPr lang="en-GB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2EE5304-5AB2-E489-3A46-0723A79E8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08EF4-0B5F-41F6-AD90-4DFC099845DE}" type="slidenum">
              <a:rPr lang="en-US" smtClean="0"/>
              <a:t>17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619B831A-CE94-CCEA-5380-DFBDF9915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A0E5C-FB74-4B83-950A-BC0D080F7D2B}" type="datetime1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70DD5275-EF77-E37A-031B-D1B4DDFA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ICT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32277664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3408</TotalTime>
  <Words>309</Words>
  <Application>Microsoft Office PowerPoint</Application>
  <PresentationFormat>Widescreen</PresentationFormat>
  <Paragraphs>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   NETWORK METROLOGY                    23-24</vt:lpstr>
      <vt:lpstr>This Presentation Covers:</vt:lpstr>
      <vt:lpstr>PROJECT-3 OVERVIEW</vt:lpstr>
      <vt:lpstr>PROJECT TOPOLOGY</vt:lpstr>
      <vt:lpstr>MININET TOPOLOGY</vt:lpstr>
      <vt:lpstr>SWITCH CONFIGURATION USING TRUNK</vt:lpstr>
      <vt:lpstr>PROJECT CODE AND OUTPUT</vt:lpstr>
      <vt:lpstr>PING OF SAME VLANS</vt:lpstr>
      <vt:lpstr>WIRESHARK STATS (h1 ping h2 in Switch 1) </vt:lpstr>
      <vt:lpstr>WIRESHARK STATS (h3 ping h4 in Switch 5) </vt:lpstr>
      <vt:lpstr>IPERF STATS  -&gt; h1 as Server and h2 as Client.</vt:lpstr>
      <vt:lpstr>Iperf using cmd (-i 1)         -&gt; The client will display bandwidth and performance statistics every 1 second during the test.</vt:lpstr>
      <vt:lpstr>Iperf using cmd (-P 5)  -&gt; To generate a given number of sessions.</vt:lpstr>
      <vt:lpstr>Iperf using cmd for assign port (-p)   -&gt; Specifies the port number that the server will listen on for incoming client connections. </vt:lpstr>
      <vt:lpstr>ONOS GUI Result of Topology (5 switches)</vt:lpstr>
      <vt:lpstr>Conclusion</vt:lpstr>
      <vt:lpstr>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Security Threats and Attacks with Their Mitigation Techniques</dc:title>
  <dc:creator>Usman Shahzad</dc:creator>
  <cp:lastModifiedBy>Waheguru</cp:lastModifiedBy>
  <cp:revision>58</cp:revision>
  <dcterms:created xsi:type="dcterms:W3CDTF">2022-01-09T11:55:56Z</dcterms:created>
  <dcterms:modified xsi:type="dcterms:W3CDTF">2025-01-15T19:29:20Z</dcterms:modified>
</cp:coreProperties>
</file>